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24d500831b942a0" /><Relationship Type="http://schemas.openxmlformats.org/officeDocument/2006/relationships/extended-properties" Target="/docProps/app.xml" Id="R61860216432d4111" /><Relationship Type="http://schemas.openxmlformats.org/officeDocument/2006/relationships/officeDocument" Target="/ppt/presentation.xml" Id="R68f8dce912b84728" /></Relationships>
</file>

<file path=ppt/presentation.xml><?xml version="1.0" encoding="utf-8"?>
<p:presentation xmlns:p="http://schemas.openxmlformats.org/presentationml/2006/main">
  <p:sldMasterIdLst>
    <p:sldMasterId xmlns:r="http://schemas.openxmlformats.org/officeDocument/2006/relationships" id="2147483648" r:id="R5862051b83a44c77"/>
  </p:sldMasterIdLst>
  <p:notesMasterIdLst>
    <p:notesMasterId xmlns:r="http://schemas.openxmlformats.org/officeDocument/2006/relationships" r:id="R0ec45f91f4554513"/>
  </p:notesMasterIdLst>
  <p:sldIdLst>
    <p:sldId xmlns:r="http://schemas.openxmlformats.org/officeDocument/2006/relationships" id="256" r:id="Rb0c2b6a0e91947f9"/>
  </p:sldIdLst>
  <p:sldSz cx="15120000" cy="106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f47214c10e477c" /><Relationship Type="http://schemas.openxmlformats.org/officeDocument/2006/relationships/slideMaster" Target="/ppt/slideMasters/slideMaster1.xml" Id="R5862051b83a44c77" /><Relationship Type="http://schemas.openxmlformats.org/officeDocument/2006/relationships/notesMaster" Target="/ppt/notesMasters/notesMaster1.xml" Id="R0ec45f91f4554513" /><Relationship Type="http://schemas.openxmlformats.org/officeDocument/2006/relationships/presProps" Target="/ppt/presProps.xml" Id="R8005ee22e61041b4" /><Relationship Type="http://schemas.openxmlformats.org/officeDocument/2006/relationships/tableStyles" Target="/ppt/tableStyles.xml" Id="R97aee37d25774f64" /><Relationship Type="http://schemas.openxmlformats.org/officeDocument/2006/relationships/slide" Target="/ppt/slides/slide1.xml" Id="Rb0c2b6a0e91947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96937a9ee54f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6dd903ef3144fc" /><Relationship Type="http://schemas.openxmlformats.org/officeDocument/2006/relationships/notesMaster" Target="/ppt/notesMasters/notesMaster1.xml" Id="Rdf782a7ee8c845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sources: nominal reinforced-section concrete surface stresses, common-location compression-fatigue results, tensile-threshold exceedance counts and stress-range upper-bound coverage, October 2026. The displayed five protocols have matched 40 m reference spacing and passage duration. Damage D=sum n_i/N_i uses the adopted compression S-N model, K=17, fd=24/1.3 MPa, permanent stress baseline zero, and traffic-load increments. The full spectrum and 0.1 MPa range cutoff are sensitivity settings. The common compression pool excludes points with tensile exceedance in any case. All controlling damage comes from continuation beyond two million cycles. Grouped traffic has three exceeding locations and seven point episodes; episodes are not vehicles, rainflow cycles or simulated cracks. Minimum stress-range to full-field range-upper-bound coverage is 98.525583843414 percent, not exact full-field history coverage or damage convergence. Professor Kai-Chun Chang provided the drawings and reference materials. No private implementation or source documents are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a854432c5643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ad2e7db0d447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32ef1ab8754b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500479884640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da0039c5ae4a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1bf5c96fe146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590B10-ADA0-487B-AFF4-4424707E45C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180A7E-3252-4AAE-A9AE-BFC1170E4F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A3F36B-A2AD-48E8-9BCF-EF5D28CB0D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DAFC08-BEFC-427F-9A31-F84D0433B8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6BF6392-EACF-4F52-A598-53228ACC91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D1A375-5892-47E8-9DB4-07D8BA7DE1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4DAC13-07C8-4FED-BB38-7752465216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45B365-337B-4903-B8D5-E2754725C4A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FD6F57-18D8-4740-A6F0-18A5722514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5DDEB5-6938-432F-8427-BB96744229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b2e77494584b98" /><Relationship Type="http://schemas.openxmlformats.org/officeDocument/2006/relationships/slideLayout" Target="/ppt/slideLayouts/slideLayout1.xml" Id="Ra404fd37c24c4cff" /><Relationship Type="http://schemas.openxmlformats.org/officeDocument/2006/relationships/slideLayout" Target="/ppt/slideLayouts/slideLayout2.xml" Id="R421f1a0d64834526" /><Relationship Type="http://schemas.openxmlformats.org/officeDocument/2006/relationships/slideLayout" Target="/ppt/slideLayouts/slideLayout3.xml" Id="R6f7ff19c83254427" /><Relationship Type="http://schemas.openxmlformats.org/officeDocument/2006/relationships/slideLayout" Target="/ppt/slideLayouts/slideLayout4.xml" Id="R4c58f14ab51e49a6" /><Relationship Type="http://schemas.openxmlformats.org/officeDocument/2006/relationships/slideLayout" Target="/ppt/slideLayouts/slideLayout5.xml" Id="Rd53933ac0e0f4d8a" /><Relationship Type="http://schemas.openxmlformats.org/officeDocument/2006/relationships/slideLayout" Target="/ppt/slideLayouts/slideLayout6.xml" Id="Rbb6d8b3a65994d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04fd37c24c4cff"/>
    <p:sldLayoutId xmlns:r="http://schemas.openxmlformats.org/officeDocument/2006/relationships" id="2147483650" r:id="R421f1a0d64834526"/>
    <p:sldLayoutId xmlns:r="http://schemas.openxmlformats.org/officeDocument/2006/relationships" id="2147483651" r:id="R6f7ff19c83254427"/>
    <p:sldLayoutId xmlns:r="http://schemas.openxmlformats.org/officeDocument/2006/relationships" id="2147483652" r:id="R4c58f14ab51e49a6"/>
    <p:sldLayoutId xmlns:r="http://schemas.openxmlformats.org/officeDocument/2006/relationships" id="2147483653" r:id="Rd53933ac0e0f4d8a"/>
    <p:sldLayoutId xmlns:r="http://schemas.openxmlformats.org/officeDocument/2006/relationships" id="2147483654" r:id="Rbb6d8b3a65994d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a447baed10468d" /><Relationship Type="http://schemas.openxmlformats.org/officeDocument/2006/relationships/chart" Target="/ppt/slides/charts/chart1.xml" Id="Rdbdacea688be403b" /><Relationship Type="http://schemas.openxmlformats.org/officeDocument/2006/relationships/notesSlide" Target="/ppt/notesSlides/notesSlide1.xml" Id="R44e5ad1568a64be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Full spectrum</c:v>
          </c:tx>
          <c:spPr>
            <a:solidFill xmlns:a="http://schemas.openxmlformats.org/drawingml/2006/main">
              <a:srgbClr val="132B40"/>
            </a:solidFill>
          </c:spPr>
          <c:invertIfNegative val="0"/>
          <c:cat>
            <c:strRef>
              <c:f>'Chart Data'!$A$2:$A$6</c:f>
              <c:strCache>
                <c:ptCount val="5"/>
                <c:pt idx="0">
                  <c:v>Two-lane</c:v>
                </c:pt>
                <c:pt idx="1">
                  <c:v>Sᵧ 0.05</c:v>
                </c:pt>
                <c:pt idx="2">
                  <c:v>Sᵧ 0.10</c:v>
                </c:pt>
                <c:pt idx="3">
                  <c:v>Sᵧ 0.15</c:v>
                </c:pt>
                <c:pt idx="4">
                  <c:v>Grouped</c:v>
                </c:pt>
              </c:strCache>
            </c:strRef>
          </c:cat>
          <c:val>
            <c:numRef>
              <c:f>'Chart Data'!$B$2:$B$6</c:f>
              <c:numCache>
                <c:formatCode>0</c:formatCode>
                <c:ptCount val="5"/>
                <c:pt idx="0">
                  <c:v>9.593192</c:v>
                </c:pt>
                <c:pt idx="1">
                  <c:v>11.946461</c:v>
                </c:pt>
                <c:pt idx="2">
                  <c:v>10.191177</c:v>
                </c:pt>
                <c:pt idx="3">
                  <c:v>9.351135</c:v>
                </c:pt>
                <c:pt idx="4">
                  <c:v>5.28235</c:v>
                </c:pt>
              </c:numCache>
            </c:numRef>
          </c:val>
        </c:ser>
        <c:ser>
          <c:idx val="1"/>
          <c:order val="1"/>
          <c:tx>
            <c:v>Range ≥0.1 MPa</c:v>
          </c:tx>
          <c:spPr>
            <a:solidFill xmlns:a="http://schemas.openxmlformats.org/drawingml/2006/main">
              <a:srgbClr val="087F8C"/>
            </a:solidFill>
          </c:spPr>
          <c:invertIfNegative val="0"/>
          <c:cat>
            <c:strRef>
              <c:f>'Chart Data'!$C$2:$C$6</c:f>
              <c:strCache>
                <c:ptCount val="5"/>
                <c:pt idx="0">
                  <c:v>Two-lane</c:v>
                </c:pt>
                <c:pt idx="1">
                  <c:v>Sᵧ 0.05</c:v>
                </c:pt>
                <c:pt idx="2">
                  <c:v>Sᵧ 0.10</c:v>
                </c:pt>
                <c:pt idx="3">
                  <c:v>Sᵧ 0.15</c:v>
                </c:pt>
                <c:pt idx="4">
                  <c:v>Grouped</c:v>
                </c:pt>
              </c:strCache>
            </c:strRef>
          </c:cat>
          <c:val>
            <c:numRef>
              <c:f>'Chart Data'!$D$2:$D$6</c:f>
              <c:numCache>
                <c:formatCode>0</c:formatCode>
                <c:ptCount val="5"/>
                <c:pt idx="0">
                  <c:v>0.297826</c:v>
                </c:pt>
                <c:pt idx="1">
                  <c:v>0.941048</c:v>
                </c:pt>
                <c:pt idx="2">
                  <c:v>0.711459</c:v>
                </c:pt>
                <c:pt idx="3">
                  <c:v>0.459089</c:v>
                </c:pt>
                <c:pt idx="4">
                  <c:v>0.954587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050">
                  <a:solidFill>
                    <a:srgbClr val="243746"/>
                  </a:solidFil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0E6"/>
            </a:solidFill>
          </a:ln>
        </c:spPr>
        <c:txPr>
          <a:bodyPr xmlns:a="http://schemas.openxmlformats.org/drawingml/2006/main" anchorCtr="1"/>
          <a:lstStyle xmlns:a="http://schemas.openxmlformats.org/drawingml/2006/main"/>
          <a:p xmlns:a="http://schemas.openxmlformats.org/drawingml/2006/main">
            <a:pPr>
              <a:defRPr sz="1050">
                <a:solidFill>
                  <a:srgbClr val="243746"/>
                </a:solidFill>
              </a:defRPr>
            </a:pPr>
          </a:p>
        </c:txPr>
        <c:crossAx val="48672768"/>
      </c:catAx>
      <c:valAx>
        <c:axId val="48672768"/>
        <c:scaling>
          <c:orientation val="minMax"/>
          <c:max val="14"/>
          <c:min val="0"/>
        </c:scaling>
        <c:delete val="0"/>
        <c:axPos val="l"/>
        <c:majorGridlines>
          <c:spPr>
            <a:ln xmlns:a="http://schemas.openxmlformats.org/drawingml/2006/main" w="9525">
              <a:solidFill>
                <a:srgbClr val="D8E0E6"/>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D6B78"/>
                </a:solidFill>
              </a:defRPr>
            </a:pPr>
          </a:p>
        </c:txPr>
        <c:crossAx val="48650112"/>
        <c:crossBetween val="between"/>
        <c:majorUnit val="4"/>
      </c:valAx>
      <c:spPr>
        <a:solidFill xmlns:a="http://schemas.openxmlformats.org/drawingml/2006/main">
          <a:srgbClr val="FAFBFC"/>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43746"/>
              </a:solidFill>
            </a:defRPr>
          </a:pPr>
        </a:p>
      </c:txPr>
    </c:legend>
    <c:plotVisOnly val="1"/>
  </c:chart>
  <c:spPr>
    <a:solidFill xmlns:a="http://schemas.openxmlformats.org/drawingml/2006/main">
      <a:srgbClr val="FAFB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 name="eyebrow">
            <a:extLst xmlns:a="http://schemas.openxmlformats.org/drawingml/2006/main">
              <a:ext uri="{FF2B5EF4-FFF2-40B4-BE49-F238E27FC236}">
                <a16:creationId xmlns:a16="http://schemas.microsoft.com/office/drawing/2014/main" id="{6C3730D5-A4CC-4A23-B39D-E1B78B74FC1C}"/>
              </a:ext>
            </a:extLst>
          </p:cNvPr>
          <p:cNvSpPr>
            <a:spLocks xmlns:a="http://schemas.openxmlformats.org/drawingml/2006/main" noGrp="1"/>
          </p:cNvSpPr>
          <p:nvPr/>
        </p:nvSpPr>
        <p:spPr>
          <a:xfrm xmlns:a="http://schemas.openxmlformats.org/drawingml/2006/main">
            <a:off x="504000" y="319200"/>
            <a:ext cx="12180000" cy="28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23" b="1">
                <a:solidFill>
                  <a:srgbClr val="087F8C"/>
                </a:solidFill>
                <a:latin typeface="Arial"/>
                <a:ea typeface="Arial"/>
                <a:cs typeface="Arial"/>
              </a:defRPr>
            </a:defPPr>
            <a:lvl1pPr>
              <a:defRPr sz="1323" b="1">
                <a:solidFill>
                  <a:srgbClr val="087F8C"/>
                </a:solidFill>
                <a:latin typeface="Arial"/>
                <a:ea typeface="Arial"/>
                <a:cs typeface="Arial"/>
              </a:defRPr>
            </a:lvl1pPr>
            <a:lvl2pPr>
              <a:defRPr sz="1323" b="1">
                <a:solidFill>
                  <a:srgbClr val="087F8C"/>
                </a:solidFill>
                <a:latin typeface="Arial"/>
                <a:ea typeface="Arial"/>
                <a:cs typeface="Arial"/>
              </a:defRPr>
            </a:lvl2pPr>
            <a:lvl3pPr>
              <a:defRPr sz="1323" b="1">
                <a:solidFill>
                  <a:srgbClr val="087F8C"/>
                </a:solidFill>
                <a:latin typeface="Arial"/>
                <a:ea typeface="Arial"/>
                <a:cs typeface="Arial"/>
              </a:defRPr>
            </a:lvl3pPr>
            <a:lvl4pPr>
              <a:defRPr sz="1323" b="1">
                <a:solidFill>
                  <a:srgbClr val="087F8C"/>
                </a:solidFill>
                <a:latin typeface="Arial"/>
                <a:ea typeface="Arial"/>
                <a:cs typeface="Arial"/>
              </a:defRPr>
            </a:lvl4pPr>
            <a:lvl5pPr>
              <a:defRPr sz="1323" b="1">
                <a:solidFill>
                  <a:srgbClr val="087F8C"/>
                </a:solidFill>
                <a:latin typeface="Arial"/>
                <a:ea typeface="Arial"/>
                <a:cs typeface="Arial"/>
              </a:defRPr>
            </a:lvl5pPr>
            <a:lvl6pPr>
              <a:defRPr sz="1323" b="1">
                <a:solidFill>
                  <a:srgbClr val="087F8C"/>
                </a:solidFill>
                <a:latin typeface="Arial"/>
                <a:ea typeface="Arial"/>
                <a:cs typeface="Arial"/>
              </a:defRPr>
            </a:lvl6pPr>
            <a:lvl7pPr>
              <a:defRPr sz="1323" b="1">
                <a:solidFill>
                  <a:srgbClr val="087F8C"/>
                </a:solidFill>
                <a:latin typeface="Arial"/>
                <a:ea typeface="Arial"/>
                <a:cs typeface="Arial"/>
              </a:defRPr>
            </a:lvl7pPr>
            <a:lvl8pPr>
              <a:defRPr sz="1323" b="1">
                <a:solidFill>
                  <a:srgbClr val="087F8C"/>
                </a:solidFill>
                <a:latin typeface="Arial"/>
                <a:ea typeface="Arial"/>
                <a:cs typeface="Arial"/>
              </a:defRPr>
            </a:lvl8pPr>
            <a:lvl9pPr>
              <a:defRPr sz="1323" b="1">
                <a:solidFill>
                  <a:srgbClr val="087F8C"/>
                </a:solidFill>
                <a:latin typeface="Arial"/>
                <a:ea typeface="Arial"/>
                <a:cs typeface="Arial"/>
              </a:defRPr>
            </a:lvl9pPr>
          </a:lstStyle>
          <a:p xmlns:a="http://schemas.openxmlformats.org/drawingml/2006/main">
            <a:pPr>
              <a:defRPr sz="1323" b="1">
                <a:solidFill>
                  <a:srgbClr val="087F8C"/>
                </a:solidFill>
                <a:latin typeface="Arial"/>
                <a:ea typeface="Arial"/>
                <a:cs typeface="Arial"/>
              </a:defRPr>
            </a:pPr>
            <a:r>
              <a:rPr sz="1323" b="1">
                <a:solidFill>
                  <a:srgbClr val="087F8C"/>
                </a:solidFill>
                <a:latin typeface="Arial"/>
                <a:ea typeface="Arial"/>
                <a:cs typeface="Arial"/>
              </a:rPr>
              <a:t>STRUCTURAL DYNAMICS RESEARCH</a:t>
            </a:r>
          </a:p>
        </p:txBody>
      </p:sp>
      <p:sp>
        <p:nvSpPr>
          <p:cNvPr id="3" name="title">
            <a:extLst xmlns:a="http://schemas.openxmlformats.org/drawingml/2006/main">
              <a:ext uri="{FF2B5EF4-FFF2-40B4-BE49-F238E27FC236}">
                <a16:creationId xmlns:a16="http://schemas.microsoft.com/office/drawing/2014/main" id="{12A77594-0079-48DA-B511-E93278396099}"/>
              </a:ext>
            </a:extLst>
          </p:cNvPr>
          <p:cNvSpPr>
            <a:spLocks xmlns:a="http://schemas.openxmlformats.org/drawingml/2006/main" noGrp="1"/>
          </p:cNvSpPr>
          <p:nvPr/>
        </p:nvSpPr>
        <p:spPr>
          <a:xfrm xmlns:a="http://schemas.openxmlformats.org/drawingml/2006/main">
            <a:off x="504000" y="714000"/>
            <a:ext cx="14112000" cy="6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10" b="1">
                <a:solidFill>
                  <a:srgbClr val="132B40"/>
                </a:solidFill>
                <a:latin typeface="Arial"/>
                <a:ea typeface="Arial"/>
                <a:cs typeface="Arial"/>
              </a:defRPr>
            </a:defPPr>
            <a:lvl1pPr>
              <a:defRPr sz="2910" b="1">
                <a:solidFill>
                  <a:srgbClr val="132B40"/>
                </a:solidFill>
                <a:latin typeface="Arial"/>
                <a:ea typeface="Arial"/>
                <a:cs typeface="Arial"/>
              </a:defRPr>
            </a:lvl1pPr>
            <a:lvl2pPr>
              <a:defRPr sz="2910" b="1">
                <a:solidFill>
                  <a:srgbClr val="132B40"/>
                </a:solidFill>
                <a:latin typeface="Arial"/>
                <a:ea typeface="Arial"/>
                <a:cs typeface="Arial"/>
              </a:defRPr>
            </a:lvl2pPr>
            <a:lvl3pPr>
              <a:defRPr sz="2910" b="1">
                <a:solidFill>
                  <a:srgbClr val="132B40"/>
                </a:solidFill>
                <a:latin typeface="Arial"/>
                <a:ea typeface="Arial"/>
                <a:cs typeface="Arial"/>
              </a:defRPr>
            </a:lvl3pPr>
            <a:lvl4pPr>
              <a:defRPr sz="2910" b="1">
                <a:solidFill>
                  <a:srgbClr val="132B40"/>
                </a:solidFill>
                <a:latin typeface="Arial"/>
                <a:ea typeface="Arial"/>
                <a:cs typeface="Arial"/>
              </a:defRPr>
            </a:lvl4pPr>
            <a:lvl5pPr>
              <a:defRPr sz="2910" b="1">
                <a:solidFill>
                  <a:srgbClr val="132B40"/>
                </a:solidFill>
                <a:latin typeface="Arial"/>
                <a:ea typeface="Arial"/>
                <a:cs typeface="Arial"/>
              </a:defRPr>
            </a:lvl5pPr>
            <a:lvl6pPr>
              <a:defRPr sz="2910" b="1">
                <a:solidFill>
                  <a:srgbClr val="132B40"/>
                </a:solidFill>
                <a:latin typeface="Arial"/>
                <a:ea typeface="Arial"/>
                <a:cs typeface="Arial"/>
              </a:defRPr>
            </a:lvl6pPr>
            <a:lvl7pPr>
              <a:defRPr sz="2910" b="1">
                <a:solidFill>
                  <a:srgbClr val="132B40"/>
                </a:solidFill>
                <a:latin typeface="Arial"/>
                <a:ea typeface="Arial"/>
                <a:cs typeface="Arial"/>
              </a:defRPr>
            </a:lvl7pPr>
            <a:lvl8pPr>
              <a:defRPr sz="2910" b="1">
                <a:solidFill>
                  <a:srgbClr val="132B40"/>
                </a:solidFill>
                <a:latin typeface="Arial"/>
                <a:ea typeface="Arial"/>
                <a:cs typeface="Arial"/>
              </a:defRPr>
            </a:lvl8pPr>
            <a:lvl9pPr>
              <a:defRPr sz="2910" b="1">
                <a:solidFill>
                  <a:srgbClr val="132B40"/>
                </a:solidFill>
                <a:latin typeface="Arial"/>
                <a:ea typeface="Arial"/>
                <a:cs typeface="Arial"/>
              </a:defRPr>
            </a:lvl9pPr>
          </a:lstStyle>
          <a:p xmlns:a="http://schemas.openxmlformats.org/drawingml/2006/main">
            <a:pPr>
              <a:defRPr sz="3439" b="1">
                <a:solidFill>
                  <a:srgbClr val="132B40"/>
                </a:solidFill>
                <a:latin typeface="Arial"/>
                <a:ea typeface="Arial"/>
                <a:cs typeface="Arial"/>
              </a:defRPr>
            </a:pPr>
            <a:r>
              <a:rPr sz="2910" b="1">
                <a:solidFill>
                  <a:srgbClr val="132B40"/>
                </a:solidFill>
                <a:latin typeface="Arial"/>
                <a:ea typeface="Arial"/>
                <a:cs typeface="Arial"/>
              </a:rPr>
              <a:t>Concrete Bridge Deck and Slab Fatigue under Lane-Free Traffic</a:t>
            </a:r>
          </a:p>
        </p:txBody>
      </p:sp>
      <p:sp>
        <p:nvSpPr>
          <p:cNvPr id="4" name="subtitle">
            <a:extLst xmlns:a="http://schemas.openxmlformats.org/drawingml/2006/main">
              <a:ext uri="{FF2B5EF4-FFF2-40B4-BE49-F238E27FC236}">
                <a16:creationId xmlns:a16="http://schemas.microsoft.com/office/drawing/2014/main" id="{A45AE392-0D23-483F-A2A3-8EF30EC72D51}"/>
              </a:ext>
            </a:extLst>
          </p:cNvPr>
          <p:cNvSpPr>
            <a:spLocks xmlns:a="http://schemas.openxmlformats.org/drawingml/2006/main" noGrp="1"/>
          </p:cNvSpPr>
          <p:nvPr/>
        </p:nvSpPr>
        <p:spPr>
          <a:xfrm xmlns:a="http://schemas.openxmlformats.org/drawingml/2006/main">
            <a:off x="504000" y="1369200"/>
            <a:ext cx="14112000" cy="4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18" b="0">
                <a:solidFill>
                  <a:srgbClr val="5D6B78"/>
                </a:solidFill>
                <a:latin typeface="Arial"/>
                <a:ea typeface="Arial"/>
                <a:cs typeface="Arial"/>
              </a:defRPr>
            </a:defPPr>
            <a:lvl1pPr>
              <a:defRPr sz="1918" b="0">
                <a:solidFill>
                  <a:srgbClr val="5D6B78"/>
                </a:solidFill>
                <a:latin typeface="Arial"/>
                <a:ea typeface="Arial"/>
                <a:cs typeface="Arial"/>
              </a:defRPr>
            </a:lvl1pPr>
            <a:lvl2pPr>
              <a:defRPr sz="1918" b="0">
                <a:solidFill>
                  <a:srgbClr val="5D6B78"/>
                </a:solidFill>
                <a:latin typeface="Arial"/>
                <a:ea typeface="Arial"/>
                <a:cs typeface="Arial"/>
              </a:defRPr>
            </a:lvl2pPr>
            <a:lvl3pPr>
              <a:defRPr sz="1918" b="0">
                <a:solidFill>
                  <a:srgbClr val="5D6B78"/>
                </a:solidFill>
                <a:latin typeface="Arial"/>
                <a:ea typeface="Arial"/>
                <a:cs typeface="Arial"/>
              </a:defRPr>
            </a:lvl3pPr>
            <a:lvl4pPr>
              <a:defRPr sz="1918" b="0">
                <a:solidFill>
                  <a:srgbClr val="5D6B78"/>
                </a:solidFill>
                <a:latin typeface="Arial"/>
                <a:ea typeface="Arial"/>
                <a:cs typeface="Arial"/>
              </a:defRPr>
            </a:lvl4pPr>
            <a:lvl5pPr>
              <a:defRPr sz="1918" b="0">
                <a:solidFill>
                  <a:srgbClr val="5D6B78"/>
                </a:solidFill>
                <a:latin typeface="Arial"/>
                <a:ea typeface="Arial"/>
                <a:cs typeface="Arial"/>
              </a:defRPr>
            </a:lvl5pPr>
            <a:lvl6pPr>
              <a:defRPr sz="1918" b="0">
                <a:solidFill>
                  <a:srgbClr val="5D6B78"/>
                </a:solidFill>
                <a:latin typeface="Arial"/>
                <a:ea typeface="Arial"/>
                <a:cs typeface="Arial"/>
              </a:defRPr>
            </a:lvl6pPr>
            <a:lvl7pPr>
              <a:defRPr sz="1918" b="0">
                <a:solidFill>
                  <a:srgbClr val="5D6B78"/>
                </a:solidFill>
                <a:latin typeface="Arial"/>
                <a:ea typeface="Arial"/>
                <a:cs typeface="Arial"/>
              </a:defRPr>
            </a:lvl7pPr>
            <a:lvl8pPr>
              <a:defRPr sz="1918" b="0">
                <a:solidFill>
                  <a:srgbClr val="5D6B78"/>
                </a:solidFill>
                <a:latin typeface="Arial"/>
                <a:ea typeface="Arial"/>
                <a:cs typeface="Arial"/>
              </a:defRPr>
            </a:lvl8pPr>
            <a:lvl9pPr>
              <a:defRPr sz="1918" b="0">
                <a:solidFill>
                  <a:srgbClr val="5D6B78"/>
                </a:solidFill>
                <a:latin typeface="Arial"/>
                <a:ea typeface="Arial"/>
                <a:cs typeface="Arial"/>
              </a:defRPr>
            </a:lvl9pPr>
          </a:lstStyle>
          <a:p xmlns:a="http://schemas.openxmlformats.org/drawingml/2006/main">
            <a:pPr>
              <a:defRPr sz="1918" b="0">
                <a:solidFill>
                  <a:srgbClr val="5D6B78"/>
                </a:solidFill>
                <a:latin typeface="Arial"/>
                <a:ea typeface="Arial"/>
                <a:cs typeface="Arial"/>
              </a:defRPr>
            </a:pPr>
            <a:r>
              <a:rPr sz="1918" b="0">
                <a:solidFill>
                  <a:srgbClr val="5D6B78"/>
                </a:solidFill>
                <a:latin typeface="Arial"/>
                <a:ea typeface="Arial"/>
                <a:cs typeface="Arial"/>
              </a:rPr>
              <a:t>Assessment Using a Vehicle–Bridge Interaction Framework</a:t>
            </a:r>
          </a:p>
        </p:txBody>
      </p:sp>
      <p:sp>
        <p:nvSpPr>
          <p:cNvPr id="5" name="author">
            <a:extLst xmlns:a="http://schemas.openxmlformats.org/drawingml/2006/main">
              <a:ext uri="{FF2B5EF4-FFF2-40B4-BE49-F238E27FC236}">
                <a16:creationId xmlns:a16="http://schemas.microsoft.com/office/drawing/2014/main" id="{80C1F312-C550-4CE0-8A9C-3A04D1D89613}"/>
              </a:ext>
            </a:extLst>
          </p:cNvPr>
          <p:cNvSpPr>
            <a:spLocks xmlns:a="http://schemas.openxmlformats.org/drawingml/2006/main" noGrp="1"/>
          </p:cNvSpPr>
          <p:nvPr/>
        </p:nvSpPr>
        <p:spPr>
          <a:xfrm xmlns:a="http://schemas.openxmlformats.org/drawingml/2006/main">
            <a:off x="504000" y="1764000"/>
            <a:ext cx="14112000" cy="41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57" b="0">
                <a:solidFill>
                  <a:srgbClr val="5D6B78"/>
                </a:solidFill>
                <a:latin typeface="Arial"/>
                <a:ea typeface="Arial"/>
                <a:cs typeface="Arial"/>
              </a:defRPr>
            </a:defPPr>
            <a:lvl1pPr>
              <a:defRPr sz="1257" b="0">
                <a:solidFill>
                  <a:srgbClr val="5D6B78"/>
                </a:solidFill>
                <a:latin typeface="Arial"/>
                <a:ea typeface="Arial"/>
                <a:cs typeface="Arial"/>
              </a:defRPr>
            </a:lvl1pPr>
            <a:lvl2pPr>
              <a:defRPr sz="1257" b="0">
                <a:solidFill>
                  <a:srgbClr val="5D6B78"/>
                </a:solidFill>
                <a:latin typeface="Arial"/>
                <a:ea typeface="Arial"/>
                <a:cs typeface="Arial"/>
              </a:defRPr>
            </a:lvl2pPr>
            <a:lvl3pPr>
              <a:defRPr sz="1257" b="0">
                <a:solidFill>
                  <a:srgbClr val="5D6B78"/>
                </a:solidFill>
                <a:latin typeface="Arial"/>
                <a:ea typeface="Arial"/>
                <a:cs typeface="Arial"/>
              </a:defRPr>
            </a:lvl3pPr>
            <a:lvl4pPr>
              <a:defRPr sz="1257" b="0">
                <a:solidFill>
                  <a:srgbClr val="5D6B78"/>
                </a:solidFill>
                <a:latin typeface="Arial"/>
                <a:ea typeface="Arial"/>
                <a:cs typeface="Arial"/>
              </a:defRPr>
            </a:lvl4pPr>
            <a:lvl5pPr>
              <a:defRPr sz="1257" b="0">
                <a:solidFill>
                  <a:srgbClr val="5D6B78"/>
                </a:solidFill>
                <a:latin typeface="Arial"/>
                <a:ea typeface="Arial"/>
                <a:cs typeface="Arial"/>
              </a:defRPr>
            </a:lvl5pPr>
            <a:lvl6pPr>
              <a:defRPr sz="1257" b="0">
                <a:solidFill>
                  <a:srgbClr val="5D6B78"/>
                </a:solidFill>
                <a:latin typeface="Arial"/>
                <a:ea typeface="Arial"/>
                <a:cs typeface="Arial"/>
              </a:defRPr>
            </a:lvl6pPr>
            <a:lvl7pPr>
              <a:defRPr sz="1257" b="0">
                <a:solidFill>
                  <a:srgbClr val="5D6B78"/>
                </a:solidFill>
                <a:latin typeface="Arial"/>
                <a:ea typeface="Arial"/>
                <a:cs typeface="Arial"/>
              </a:defRPr>
            </a:lvl7pPr>
            <a:lvl8pPr>
              <a:defRPr sz="1257" b="0">
                <a:solidFill>
                  <a:srgbClr val="5D6B78"/>
                </a:solidFill>
                <a:latin typeface="Arial"/>
                <a:ea typeface="Arial"/>
                <a:cs typeface="Arial"/>
              </a:defRPr>
            </a:lvl8pPr>
            <a:lvl9pPr>
              <a:defRPr sz="1257" b="0">
                <a:solidFill>
                  <a:srgbClr val="5D6B78"/>
                </a:solidFill>
                <a:latin typeface="Arial"/>
                <a:ea typeface="Arial"/>
                <a:cs typeface="Arial"/>
              </a:defRPr>
            </a:lvl9pPr>
          </a:lstStyle>
          <a:p xmlns:a="http://schemas.openxmlformats.org/drawingml/2006/main">
            <a:pPr>
              <a:defRPr sz="1389" b="0">
                <a:solidFill>
                  <a:srgbClr val="5D6B78"/>
                </a:solidFill>
                <a:latin typeface="Arial"/>
                <a:ea typeface="Arial"/>
                <a:cs typeface="Arial"/>
              </a:defRPr>
            </a:pPr>
            <a:r>
              <a:rPr sz="1257" b="0">
                <a:solidFill>
                  <a:srgbClr val="5D6B78"/>
                </a:solidFill>
                <a:latin typeface="Arial"/>
                <a:ea typeface="Arial"/>
                <a:cs typeface="Arial"/>
              </a:rPr>
              <a:t>Wang Yanjun</a:t>
            </a:r>
          </a:p>
          <a:p xmlns:a="http://schemas.openxmlformats.org/drawingml/2006/main">
            <a:pPr>
              <a:defRPr sz="1389" b="0">
                <a:solidFill>
                  <a:srgbClr val="5D6B78"/>
                </a:solidFill>
                <a:latin typeface="Arial"/>
                <a:ea typeface="Arial"/>
                <a:cs typeface="Arial"/>
              </a:defRPr>
            </a:pPr>
            <a:r>
              <a:rPr sz="1257" b="0">
                <a:solidFill>
                  <a:srgbClr val="5D6B78"/>
                </a:solidFill>
                <a:latin typeface="Arial"/>
                <a:ea typeface="Arial"/>
                <a:cs typeface="Arial"/>
              </a:rPr>
              <a:t>Civil, Environmental and Resources Engineering, Faculty of Engineering, Kyoto University</a:t>
            </a:r>
          </a:p>
        </p:txBody>
      </p:sp>
      <p:sp>
        <p:nvSpPr>
          <p:cNvPr id="6" name="">
            <a:extLst xmlns:a="http://schemas.openxmlformats.org/drawingml/2006/main">
              <a:ext uri="{FF2B5EF4-FFF2-40B4-BE49-F238E27FC236}">
                <a16:creationId xmlns:a16="http://schemas.microsoft.com/office/drawing/2014/main" id="{3742227B-237F-453E-AD56-3049E688DBDC}"/>
              </a:ext>
            </a:extLst>
          </p:cNvPr>
          <p:cNvSpPr>
            <a:spLocks xmlns:a="http://schemas.openxmlformats.org/drawingml/2006/main" noGrp="1"/>
          </p:cNvSpPr>
          <p:nvPr/>
        </p:nvSpPr>
        <p:spPr>
          <a:xfrm xmlns:a="http://schemas.openxmlformats.org/drawingml/2006/main">
            <a:off x="504000" y="2217600"/>
            <a:ext cx="14112000" cy="0"/>
          </a:xfrm>
          <a:prstGeom xmlns:a="http://schemas.openxmlformats.org/drawingml/2006/main" prst="line">
            <a:avLst/>
          </a:prstGeom>
          <a:ln xmlns:a="http://schemas.openxmlformats.org/drawingml/2006/main" w="10080">
            <a:solidFill>
              <a:srgbClr val="D8E0E6"/>
            </a:solidFill>
          </a:ln>
        </p:spPr>
      </p:sp>
      <p:sp>
        <p:nvSpPr>
          <p:cNvPr id="7" name="question">
            <a:extLst xmlns:a="http://schemas.openxmlformats.org/drawingml/2006/main">
              <a:ext uri="{FF2B5EF4-FFF2-40B4-BE49-F238E27FC236}">
                <a16:creationId xmlns:a16="http://schemas.microsoft.com/office/drawing/2014/main" id="{F038F449-A70E-413B-A9B1-6128F9B3A7D1}"/>
              </a:ext>
            </a:extLst>
          </p:cNvPr>
          <p:cNvSpPr>
            <a:spLocks xmlns:a="http://schemas.openxmlformats.org/drawingml/2006/main" noGrp="1"/>
          </p:cNvSpPr>
          <p:nvPr/>
        </p:nvSpPr>
        <p:spPr>
          <a:xfrm xmlns:a="http://schemas.openxmlformats.org/drawingml/2006/main">
            <a:off x="504000" y="2503200"/>
            <a:ext cx="4200000" cy="4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52" b="1">
                <a:solidFill>
                  <a:srgbClr val="087F8C"/>
                </a:solidFill>
                <a:latin typeface="Arial"/>
                <a:ea typeface="Arial"/>
                <a:cs typeface="Arial"/>
              </a:defRPr>
            </a:defPPr>
            <a:lvl1pPr>
              <a:defRPr sz="1852" b="1">
                <a:solidFill>
                  <a:srgbClr val="087F8C"/>
                </a:solidFill>
                <a:latin typeface="Arial"/>
                <a:ea typeface="Arial"/>
                <a:cs typeface="Arial"/>
              </a:defRPr>
            </a:lvl1pPr>
            <a:lvl2pPr>
              <a:defRPr sz="1852" b="1">
                <a:solidFill>
                  <a:srgbClr val="087F8C"/>
                </a:solidFill>
                <a:latin typeface="Arial"/>
                <a:ea typeface="Arial"/>
                <a:cs typeface="Arial"/>
              </a:defRPr>
            </a:lvl2pPr>
            <a:lvl3pPr>
              <a:defRPr sz="1852" b="1">
                <a:solidFill>
                  <a:srgbClr val="087F8C"/>
                </a:solidFill>
                <a:latin typeface="Arial"/>
                <a:ea typeface="Arial"/>
                <a:cs typeface="Arial"/>
              </a:defRPr>
            </a:lvl3pPr>
            <a:lvl4pPr>
              <a:defRPr sz="1852" b="1">
                <a:solidFill>
                  <a:srgbClr val="087F8C"/>
                </a:solidFill>
                <a:latin typeface="Arial"/>
                <a:ea typeface="Arial"/>
                <a:cs typeface="Arial"/>
              </a:defRPr>
            </a:lvl4pPr>
            <a:lvl5pPr>
              <a:defRPr sz="1852" b="1">
                <a:solidFill>
                  <a:srgbClr val="087F8C"/>
                </a:solidFill>
                <a:latin typeface="Arial"/>
                <a:ea typeface="Arial"/>
                <a:cs typeface="Arial"/>
              </a:defRPr>
            </a:lvl5pPr>
            <a:lvl6pPr>
              <a:defRPr sz="1852" b="1">
                <a:solidFill>
                  <a:srgbClr val="087F8C"/>
                </a:solidFill>
                <a:latin typeface="Arial"/>
                <a:ea typeface="Arial"/>
                <a:cs typeface="Arial"/>
              </a:defRPr>
            </a:lvl6pPr>
            <a:lvl7pPr>
              <a:defRPr sz="1852" b="1">
                <a:solidFill>
                  <a:srgbClr val="087F8C"/>
                </a:solidFill>
                <a:latin typeface="Arial"/>
                <a:ea typeface="Arial"/>
                <a:cs typeface="Arial"/>
              </a:defRPr>
            </a:lvl7pPr>
            <a:lvl8pPr>
              <a:defRPr sz="1852" b="1">
                <a:solidFill>
                  <a:srgbClr val="087F8C"/>
                </a:solidFill>
                <a:latin typeface="Arial"/>
                <a:ea typeface="Arial"/>
                <a:cs typeface="Arial"/>
              </a:defRPr>
            </a:lvl8pPr>
            <a:lvl9pPr>
              <a:defRPr sz="1852" b="1">
                <a:solidFill>
                  <a:srgbClr val="087F8C"/>
                </a:solidFill>
                <a:latin typeface="Arial"/>
                <a:ea typeface="Arial"/>
                <a:cs typeface="Arial"/>
              </a:defRPr>
            </a:lvl9pPr>
          </a:lstStyle>
          <a:p xmlns:a="http://schemas.openxmlformats.org/drawingml/2006/main">
            <a:pPr>
              <a:defRPr sz="1852" b="1">
                <a:solidFill>
                  <a:srgbClr val="087F8C"/>
                </a:solidFill>
                <a:latin typeface="Arial"/>
                <a:ea typeface="Arial"/>
                <a:cs typeface="Arial"/>
              </a:defRPr>
            </a:pPr>
            <a:r>
              <a:rPr sz="1852" b="1">
                <a:solidFill>
                  <a:srgbClr val="087F8C"/>
                </a:solidFill>
                <a:latin typeface="Arial"/>
                <a:ea typeface="Arial"/>
                <a:cs typeface="Arial"/>
              </a:rPr>
              <a:t>Research question</a:t>
            </a:r>
          </a:p>
        </p:txBody>
      </p:sp>
      <p:sp>
        <p:nvSpPr>
          <p:cNvPr id="8" name="">
            <a:extLst xmlns:a="http://schemas.openxmlformats.org/drawingml/2006/main">
              <a:ext uri="{FF2B5EF4-FFF2-40B4-BE49-F238E27FC236}">
                <a16:creationId xmlns:a16="http://schemas.microsoft.com/office/drawing/2014/main" id="{42929837-FC1F-44A1-888F-8C7D96FAE9DF}"/>
              </a:ext>
            </a:extLst>
          </p:cNvPr>
          <p:cNvSpPr>
            <a:spLocks xmlns:a="http://schemas.openxmlformats.org/drawingml/2006/main" noGrp="1"/>
          </p:cNvSpPr>
          <p:nvPr/>
        </p:nvSpPr>
        <p:spPr>
          <a:xfrm xmlns:a="http://schemas.openxmlformats.org/drawingml/2006/main">
            <a:off x="504000" y="2906400"/>
            <a:ext cx="4200000" cy="0"/>
          </a:xfrm>
          <a:prstGeom xmlns:a="http://schemas.openxmlformats.org/drawingml/2006/main" prst="line">
            <a:avLst/>
          </a:prstGeom>
          <a:ln xmlns:a="http://schemas.openxmlformats.org/drawingml/2006/main" w="10080">
            <a:solidFill>
              <a:srgbClr val="D8E0E6"/>
            </a:solidFill>
          </a:ln>
        </p:spPr>
      </p:sp>
      <p:sp>
        <p:nvSpPr>
          <p:cNvPr id="9" name="question-body">
            <a:extLst xmlns:a="http://schemas.openxmlformats.org/drawingml/2006/main">
              <a:ext uri="{FF2B5EF4-FFF2-40B4-BE49-F238E27FC236}">
                <a16:creationId xmlns:a16="http://schemas.microsoft.com/office/drawing/2014/main" id="{7FB0993F-0998-4A99-82BE-C42DA6FC5314}"/>
              </a:ext>
            </a:extLst>
          </p:cNvPr>
          <p:cNvSpPr>
            <a:spLocks xmlns:a="http://schemas.openxmlformats.org/drawingml/2006/main" noGrp="1"/>
          </p:cNvSpPr>
          <p:nvPr/>
        </p:nvSpPr>
        <p:spPr>
          <a:xfrm xmlns:a="http://schemas.openxmlformats.org/drawingml/2006/main">
            <a:off x="504000" y="3040800"/>
            <a:ext cx="4200000" cy="12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4" b="0">
                <a:solidFill>
                  <a:srgbClr val="243746"/>
                </a:solidFill>
                <a:latin typeface="Arial"/>
                <a:ea typeface="Arial"/>
                <a:cs typeface="Arial"/>
              </a:defRPr>
            </a:defPPr>
            <a:lvl1pPr>
              <a:defRPr sz="1654" b="0">
                <a:solidFill>
                  <a:srgbClr val="243746"/>
                </a:solidFill>
                <a:latin typeface="Arial"/>
                <a:ea typeface="Arial"/>
                <a:cs typeface="Arial"/>
              </a:defRPr>
            </a:lvl1pPr>
            <a:lvl2pPr>
              <a:defRPr sz="1654" b="0">
                <a:solidFill>
                  <a:srgbClr val="243746"/>
                </a:solidFill>
                <a:latin typeface="Arial"/>
                <a:ea typeface="Arial"/>
                <a:cs typeface="Arial"/>
              </a:defRPr>
            </a:lvl2pPr>
            <a:lvl3pPr>
              <a:defRPr sz="1654" b="0">
                <a:solidFill>
                  <a:srgbClr val="243746"/>
                </a:solidFill>
                <a:latin typeface="Arial"/>
                <a:ea typeface="Arial"/>
                <a:cs typeface="Arial"/>
              </a:defRPr>
            </a:lvl3pPr>
            <a:lvl4pPr>
              <a:defRPr sz="1654" b="0">
                <a:solidFill>
                  <a:srgbClr val="243746"/>
                </a:solidFill>
                <a:latin typeface="Arial"/>
                <a:ea typeface="Arial"/>
                <a:cs typeface="Arial"/>
              </a:defRPr>
            </a:lvl4pPr>
            <a:lvl5pPr>
              <a:defRPr sz="1654" b="0">
                <a:solidFill>
                  <a:srgbClr val="243746"/>
                </a:solidFill>
                <a:latin typeface="Arial"/>
                <a:ea typeface="Arial"/>
                <a:cs typeface="Arial"/>
              </a:defRPr>
            </a:lvl5pPr>
            <a:lvl6pPr>
              <a:defRPr sz="1654" b="0">
                <a:solidFill>
                  <a:srgbClr val="243746"/>
                </a:solidFill>
                <a:latin typeface="Arial"/>
                <a:ea typeface="Arial"/>
                <a:cs typeface="Arial"/>
              </a:defRPr>
            </a:lvl6pPr>
            <a:lvl7pPr>
              <a:defRPr sz="1654" b="0">
                <a:solidFill>
                  <a:srgbClr val="243746"/>
                </a:solidFill>
                <a:latin typeface="Arial"/>
                <a:ea typeface="Arial"/>
                <a:cs typeface="Arial"/>
              </a:defRPr>
            </a:lvl7pPr>
            <a:lvl8pPr>
              <a:defRPr sz="1654" b="0">
                <a:solidFill>
                  <a:srgbClr val="243746"/>
                </a:solidFill>
                <a:latin typeface="Arial"/>
                <a:ea typeface="Arial"/>
                <a:cs typeface="Arial"/>
              </a:defRPr>
            </a:lvl8pPr>
            <a:lvl9pPr>
              <a:defRPr sz="1654" b="0">
                <a:solidFill>
                  <a:srgbClr val="243746"/>
                </a:solidFill>
                <a:latin typeface="Arial"/>
                <a:ea typeface="Arial"/>
                <a:cs typeface="Arial"/>
              </a:defRPr>
            </a:lvl9pPr>
          </a:lstStyle>
          <a:p xmlns:a="http://schemas.openxmlformats.org/drawingml/2006/main">
            <a:pPr>
              <a:defRPr sz="1654" b="0">
                <a:solidFill>
                  <a:srgbClr val="243746"/>
                </a:solidFill>
                <a:latin typeface="Arial"/>
                <a:ea typeface="Arial"/>
                <a:cs typeface="Arial"/>
              </a:defRPr>
            </a:pPr>
            <a:r>
              <a:rPr sz="1654" b="0">
                <a:solidFill>
                  <a:srgbClr val="243746"/>
                </a:solidFill>
                <a:latin typeface="Arial"/>
                <a:ea typeface="Arial"/>
                <a:cs typeface="Arial"/>
              </a:rPr>
              <a:t>How does traffic organization influence concrete deck fatigue performance under the same vehicle fleet?</a:t>
            </a:r>
          </a:p>
        </p:txBody>
      </p:sp>
      <p:sp>
        <p:nvSpPr>
          <p:cNvPr id="10" name="model">
            <a:extLst xmlns:a="http://schemas.openxmlformats.org/drawingml/2006/main">
              <a:ext uri="{FF2B5EF4-FFF2-40B4-BE49-F238E27FC236}">
                <a16:creationId xmlns:a16="http://schemas.microsoft.com/office/drawing/2014/main" id="{837A2ABA-7CE3-4853-8845-368D3DBA2375}"/>
              </a:ext>
            </a:extLst>
          </p:cNvPr>
          <p:cNvSpPr>
            <a:spLocks xmlns:a="http://schemas.openxmlformats.org/drawingml/2006/main" noGrp="1"/>
          </p:cNvSpPr>
          <p:nvPr/>
        </p:nvSpPr>
        <p:spPr>
          <a:xfrm xmlns:a="http://schemas.openxmlformats.org/drawingml/2006/main">
            <a:off x="504000" y="4502400"/>
            <a:ext cx="4200000" cy="4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52" b="1">
                <a:solidFill>
                  <a:srgbClr val="087F8C"/>
                </a:solidFill>
                <a:latin typeface="Arial"/>
                <a:ea typeface="Arial"/>
                <a:cs typeface="Arial"/>
              </a:defRPr>
            </a:defPPr>
            <a:lvl1pPr>
              <a:defRPr sz="1852" b="1">
                <a:solidFill>
                  <a:srgbClr val="087F8C"/>
                </a:solidFill>
                <a:latin typeface="Arial"/>
                <a:ea typeface="Arial"/>
                <a:cs typeface="Arial"/>
              </a:defRPr>
            </a:lvl1pPr>
            <a:lvl2pPr>
              <a:defRPr sz="1852" b="1">
                <a:solidFill>
                  <a:srgbClr val="087F8C"/>
                </a:solidFill>
                <a:latin typeface="Arial"/>
                <a:ea typeface="Arial"/>
                <a:cs typeface="Arial"/>
              </a:defRPr>
            </a:lvl2pPr>
            <a:lvl3pPr>
              <a:defRPr sz="1852" b="1">
                <a:solidFill>
                  <a:srgbClr val="087F8C"/>
                </a:solidFill>
                <a:latin typeface="Arial"/>
                <a:ea typeface="Arial"/>
                <a:cs typeface="Arial"/>
              </a:defRPr>
            </a:lvl3pPr>
            <a:lvl4pPr>
              <a:defRPr sz="1852" b="1">
                <a:solidFill>
                  <a:srgbClr val="087F8C"/>
                </a:solidFill>
                <a:latin typeface="Arial"/>
                <a:ea typeface="Arial"/>
                <a:cs typeface="Arial"/>
              </a:defRPr>
            </a:lvl4pPr>
            <a:lvl5pPr>
              <a:defRPr sz="1852" b="1">
                <a:solidFill>
                  <a:srgbClr val="087F8C"/>
                </a:solidFill>
                <a:latin typeface="Arial"/>
                <a:ea typeface="Arial"/>
                <a:cs typeface="Arial"/>
              </a:defRPr>
            </a:lvl5pPr>
            <a:lvl6pPr>
              <a:defRPr sz="1852" b="1">
                <a:solidFill>
                  <a:srgbClr val="087F8C"/>
                </a:solidFill>
                <a:latin typeface="Arial"/>
                <a:ea typeface="Arial"/>
                <a:cs typeface="Arial"/>
              </a:defRPr>
            </a:lvl6pPr>
            <a:lvl7pPr>
              <a:defRPr sz="1852" b="1">
                <a:solidFill>
                  <a:srgbClr val="087F8C"/>
                </a:solidFill>
                <a:latin typeface="Arial"/>
                <a:ea typeface="Arial"/>
                <a:cs typeface="Arial"/>
              </a:defRPr>
            </a:lvl7pPr>
            <a:lvl8pPr>
              <a:defRPr sz="1852" b="1">
                <a:solidFill>
                  <a:srgbClr val="087F8C"/>
                </a:solidFill>
                <a:latin typeface="Arial"/>
                <a:ea typeface="Arial"/>
                <a:cs typeface="Arial"/>
              </a:defRPr>
            </a:lvl8pPr>
            <a:lvl9pPr>
              <a:defRPr sz="1852" b="1">
                <a:solidFill>
                  <a:srgbClr val="087F8C"/>
                </a:solidFill>
                <a:latin typeface="Arial"/>
                <a:ea typeface="Arial"/>
                <a:cs typeface="Arial"/>
              </a:defRPr>
            </a:lvl9pPr>
          </a:lstStyle>
          <a:p xmlns:a="http://schemas.openxmlformats.org/drawingml/2006/main">
            <a:pPr>
              <a:defRPr sz="1852" b="1">
                <a:solidFill>
                  <a:srgbClr val="087F8C"/>
                </a:solidFill>
                <a:latin typeface="Arial"/>
                <a:ea typeface="Arial"/>
                <a:cs typeface="Arial"/>
              </a:defRPr>
            </a:pPr>
            <a:r>
              <a:rPr sz="1852" b="1">
                <a:solidFill>
                  <a:srgbClr val="087F8C"/>
                </a:solidFill>
                <a:latin typeface="Arial"/>
                <a:ea typeface="Arial"/>
                <a:cs typeface="Arial"/>
              </a:rPr>
              <a:t>Computational model</a:t>
            </a:r>
          </a:p>
        </p:txBody>
      </p:sp>
      <p:sp>
        <p:nvSpPr>
          <p:cNvPr id="11" name="">
            <a:extLst xmlns:a="http://schemas.openxmlformats.org/drawingml/2006/main">
              <a:ext uri="{FF2B5EF4-FFF2-40B4-BE49-F238E27FC236}">
                <a16:creationId xmlns:a16="http://schemas.microsoft.com/office/drawing/2014/main" id="{BF0401E2-A7A2-4F42-A523-A72C4265EA02}"/>
              </a:ext>
            </a:extLst>
          </p:cNvPr>
          <p:cNvSpPr>
            <a:spLocks xmlns:a="http://schemas.openxmlformats.org/drawingml/2006/main" noGrp="1"/>
          </p:cNvSpPr>
          <p:nvPr/>
        </p:nvSpPr>
        <p:spPr>
          <a:xfrm xmlns:a="http://schemas.openxmlformats.org/drawingml/2006/main">
            <a:off x="504000" y="4905600"/>
            <a:ext cx="4200000" cy="0"/>
          </a:xfrm>
          <a:prstGeom xmlns:a="http://schemas.openxmlformats.org/drawingml/2006/main" prst="line">
            <a:avLst/>
          </a:prstGeom>
          <a:ln xmlns:a="http://schemas.openxmlformats.org/drawingml/2006/main" w="10080">
            <a:solidFill>
              <a:srgbClr val="D8E0E6"/>
            </a:solidFill>
          </a:ln>
        </p:spPr>
      </p:sp>
      <p:sp>
        <p:nvSpPr>
          <p:cNvPr id="12" name="model-scale">
            <a:extLst xmlns:a="http://schemas.openxmlformats.org/drawingml/2006/main">
              <a:ext uri="{FF2B5EF4-FFF2-40B4-BE49-F238E27FC236}">
                <a16:creationId xmlns:a16="http://schemas.microsoft.com/office/drawing/2014/main" id="{2BE982BD-777B-4690-8B31-DFEADBD343A3}"/>
              </a:ext>
            </a:extLst>
          </p:cNvPr>
          <p:cNvSpPr>
            <a:spLocks xmlns:a="http://schemas.openxmlformats.org/drawingml/2006/main" noGrp="1"/>
          </p:cNvSpPr>
          <p:nvPr/>
        </p:nvSpPr>
        <p:spPr>
          <a:xfrm xmlns:a="http://schemas.openxmlformats.org/drawingml/2006/main">
            <a:off x="504000" y="5056800"/>
            <a:ext cx="2184000" cy="54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506" b="1">
                <a:solidFill>
                  <a:srgbClr val="132B40"/>
                </a:solidFill>
                <a:latin typeface="Arial"/>
                <a:ea typeface="Arial"/>
                <a:cs typeface="Arial"/>
              </a:defRPr>
            </a:defPPr>
            <a:lvl1pPr>
              <a:defRPr sz="3506" b="1">
                <a:solidFill>
                  <a:srgbClr val="132B40"/>
                </a:solidFill>
                <a:latin typeface="Arial"/>
                <a:ea typeface="Arial"/>
                <a:cs typeface="Arial"/>
              </a:defRPr>
            </a:lvl1pPr>
            <a:lvl2pPr>
              <a:defRPr sz="3506" b="1">
                <a:solidFill>
                  <a:srgbClr val="132B40"/>
                </a:solidFill>
                <a:latin typeface="Arial"/>
                <a:ea typeface="Arial"/>
                <a:cs typeface="Arial"/>
              </a:defRPr>
            </a:lvl2pPr>
            <a:lvl3pPr>
              <a:defRPr sz="3506" b="1">
                <a:solidFill>
                  <a:srgbClr val="132B40"/>
                </a:solidFill>
                <a:latin typeface="Arial"/>
                <a:ea typeface="Arial"/>
                <a:cs typeface="Arial"/>
              </a:defRPr>
            </a:lvl3pPr>
            <a:lvl4pPr>
              <a:defRPr sz="3506" b="1">
                <a:solidFill>
                  <a:srgbClr val="132B40"/>
                </a:solidFill>
                <a:latin typeface="Arial"/>
                <a:ea typeface="Arial"/>
                <a:cs typeface="Arial"/>
              </a:defRPr>
            </a:lvl4pPr>
            <a:lvl5pPr>
              <a:defRPr sz="3506" b="1">
                <a:solidFill>
                  <a:srgbClr val="132B40"/>
                </a:solidFill>
                <a:latin typeface="Arial"/>
                <a:ea typeface="Arial"/>
                <a:cs typeface="Arial"/>
              </a:defRPr>
            </a:lvl5pPr>
            <a:lvl6pPr>
              <a:defRPr sz="3506" b="1">
                <a:solidFill>
                  <a:srgbClr val="132B40"/>
                </a:solidFill>
                <a:latin typeface="Arial"/>
                <a:ea typeface="Arial"/>
                <a:cs typeface="Arial"/>
              </a:defRPr>
            </a:lvl6pPr>
            <a:lvl7pPr>
              <a:defRPr sz="3506" b="1">
                <a:solidFill>
                  <a:srgbClr val="132B40"/>
                </a:solidFill>
                <a:latin typeface="Arial"/>
                <a:ea typeface="Arial"/>
                <a:cs typeface="Arial"/>
              </a:defRPr>
            </a:lvl7pPr>
            <a:lvl8pPr>
              <a:defRPr sz="3506" b="1">
                <a:solidFill>
                  <a:srgbClr val="132B40"/>
                </a:solidFill>
                <a:latin typeface="Arial"/>
                <a:ea typeface="Arial"/>
                <a:cs typeface="Arial"/>
              </a:defRPr>
            </a:lvl8pPr>
            <a:lvl9pPr>
              <a:defRPr sz="3506" b="1">
                <a:solidFill>
                  <a:srgbClr val="132B40"/>
                </a:solidFill>
                <a:latin typeface="Arial"/>
                <a:ea typeface="Arial"/>
                <a:cs typeface="Arial"/>
              </a:defRPr>
            </a:lvl9pPr>
          </a:lstStyle>
          <a:p xmlns:a="http://schemas.openxmlformats.org/drawingml/2006/main">
            <a:pPr>
              <a:defRPr sz="3506" b="1">
                <a:solidFill>
                  <a:srgbClr val="132B40"/>
                </a:solidFill>
                <a:latin typeface="Arial"/>
                <a:ea typeface="Arial"/>
                <a:cs typeface="Arial"/>
              </a:defRPr>
            </a:pPr>
            <a:r>
              <a:rPr sz="3506" b="1">
                <a:solidFill>
                  <a:srgbClr val="132B40"/>
                </a:solidFill>
                <a:latin typeface="Arial"/>
                <a:ea typeface="Arial"/>
                <a:cs typeface="Arial"/>
              </a:rPr>
              <a:t>26,520</a:t>
            </a:r>
          </a:p>
        </p:txBody>
      </p:sp>
      <p:sp>
        <p:nvSpPr>
          <p:cNvPr id="13" name="model-scale-label">
            <a:extLst xmlns:a="http://schemas.openxmlformats.org/drawingml/2006/main">
              <a:ext uri="{FF2B5EF4-FFF2-40B4-BE49-F238E27FC236}">
                <a16:creationId xmlns:a16="http://schemas.microsoft.com/office/drawing/2014/main" id="{B3D7183E-3FBD-4ED6-B6D2-12EED6D575F9}"/>
              </a:ext>
            </a:extLst>
          </p:cNvPr>
          <p:cNvSpPr>
            <a:spLocks xmlns:a="http://schemas.openxmlformats.org/drawingml/2006/main" noGrp="1"/>
          </p:cNvSpPr>
          <p:nvPr/>
        </p:nvSpPr>
        <p:spPr>
          <a:xfrm xmlns:a="http://schemas.openxmlformats.org/drawingml/2006/main">
            <a:off x="504000" y="5661600"/>
            <a:ext cx="4200000" cy="30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21" b="0">
                <a:solidFill>
                  <a:srgbClr val="5D6B78"/>
                </a:solidFill>
                <a:latin typeface="Arial"/>
                <a:ea typeface="Arial"/>
                <a:cs typeface="Arial"/>
              </a:defRPr>
            </a:defPPr>
            <a:lvl1pPr>
              <a:defRPr sz="1521" b="0">
                <a:solidFill>
                  <a:srgbClr val="5D6B78"/>
                </a:solidFill>
                <a:latin typeface="Arial"/>
                <a:ea typeface="Arial"/>
                <a:cs typeface="Arial"/>
              </a:defRPr>
            </a:lvl1pPr>
            <a:lvl2pPr>
              <a:defRPr sz="1521" b="0">
                <a:solidFill>
                  <a:srgbClr val="5D6B78"/>
                </a:solidFill>
                <a:latin typeface="Arial"/>
                <a:ea typeface="Arial"/>
                <a:cs typeface="Arial"/>
              </a:defRPr>
            </a:lvl2pPr>
            <a:lvl3pPr>
              <a:defRPr sz="1521" b="0">
                <a:solidFill>
                  <a:srgbClr val="5D6B78"/>
                </a:solidFill>
                <a:latin typeface="Arial"/>
                <a:ea typeface="Arial"/>
                <a:cs typeface="Arial"/>
              </a:defRPr>
            </a:lvl3pPr>
            <a:lvl4pPr>
              <a:defRPr sz="1521" b="0">
                <a:solidFill>
                  <a:srgbClr val="5D6B78"/>
                </a:solidFill>
                <a:latin typeface="Arial"/>
                <a:ea typeface="Arial"/>
                <a:cs typeface="Arial"/>
              </a:defRPr>
            </a:lvl4pPr>
            <a:lvl5pPr>
              <a:defRPr sz="1521" b="0">
                <a:solidFill>
                  <a:srgbClr val="5D6B78"/>
                </a:solidFill>
                <a:latin typeface="Arial"/>
                <a:ea typeface="Arial"/>
                <a:cs typeface="Arial"/>
              </a:defRPr>
            </a:lvl5pPr>
            <a:lvl6pPr>
              <a:defRPr sz="1521" b="0">
                <a:solidFill>
                  <a:srgbClr val="5D6B78"/>
                </a:solidFill>
                <a:latin typeface="Arial"/>
                <a:ea typeface="Arial"/>
                <a:cs typeface="Arial"/>
              </a:defRPr>
            </a:lvl6pPr>
            <a:lvl7pPr>
              <a:defRPr sz="1521" b="0">
                <a:solidFill>
                  <a:srgbClr val="5D6B78"/>
                </a:solidFill>
                <a:latin typeface="Arial"/>
                <a:ea typeface="Arial"/>
                <a:cs typeface="Arial"/>
              </a:defRPr>
            </a:lvl7pPr>
            <a:lvl8pPr>
              <a:defRPr sz="1521" b="0">
                <a:solidFill>
                  <a:srgbClr val="5D6B78"/>
                </a:solidFill>
                <a:latin typeface="Arial"/>
                <a:ea typeface="Arial"/>
                <a:cs typeface="Arial"/>
              </a:defRPr>
            </a:lvl8pPr>
            <a:lvl9pPr>
              <a:defRPr sz="1521" b="0">
                <a:solidFill>
                  <a:srgbClr val="5D6B78"/>
                </a:solidFill>
                <a:latin typeface="Arial"/>
                <a:ea typeface="Arial"/>
                <a:cs typeface="Arial"/>
              </a:defRPr>
            </a:lvl9pPr>
          </a:lstStyle>
          <a:p xmlns:a="http://schemas.openxmlformats.org/drawingml/2006/main">
            <a:pPr>
              <a:defRPr sz="1521" b="0">
                <a:solidFill>
                  <a:srgbClr val="5D6B78"/>
                </a:solidFill>
                <a:latin typeface="Arial"/>
                <a:ea typeface="Arial"/>
                <a:cs typeface="Arial"/>
              </a:defRPr>
            </a:pPr>
            <a:r>
              <a:rPr sz="1521" b="0">
                <a:solidFill>
                  <a:srgbClr val="5D6B78"/>
                </a:solidFill>
                <a:latin typeface="Arial"/>
                <a:ea typeface="Arial"/>
                <a:cs typeface="Arial"/>
              </a:rPr>
              <a:t>MITC4 bending/shear plate elements</a:t>
            </a:r>
          </a:p>
        </p:txBody>
      </p:sp>
      <p:sp>
        <p:nvSpPr>
          <p:cNvPr id="14" name="model-details">
            <a:extLst xmlns:a="http://schemas.openxmlformats.org/drawingml/2006/main">
              <a:ext uri="{FF2B5EF4-FFF2-40B4-BE49-F238E27FC236}">
                <a16:creationId xmlns:a16="http://schemas.microsoft.com/office/drawing/2014/main" id="{EE5B64F6-1FF5-47D3-B392-F3F16082E13A}"/>
              </a:ext>
            </a:extLst>
          </p:cNvPr>
          <p:cNvSpPr>
            <a:spLocks xmlns:a="http://schemas.openxmlformats.org/drawingml/2006/main" noGrp="1"/>
          </p:cNvSpPr>
          <p:nvPr/>
        </p:nvSpPr>
        <p:spPr>
          <a:xfrm xmlns:a="http://schemas.openxmlformats.org/drawingml/2006/main">
            <a:off x="504000" y="6123600"/>
            <a:ext cx="4200000" cy="87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21" b="0">
                <a:solidFill>
                  <a:srgbClr val="243746"/>
                </a:solidFill>
                <a:latin typeface="Arial"/>
                <a:ea typeface="Arial"/>
                <a:cs typeface="Arial"/>
              </a:defRPr>
            </a:defPPr>
            <a:lvl1pPr>
              <a:defRPr sz="1521" b="0">
                <a:solidFill>
                  <a:srgbClr val="243746"/>
                </a:solidFill>
                <a:latin typeface="Arial"/>
                <a:ea typeface="Arial"/>
                <a:cs typeface="Arial"/>
              </a:defRPr>
            </a:lvl1pPr>
            <a:lvl2pPr>
              <a:defRPr sz="1521" b="0">
                <a:solidFill>
                  <a:srgbClr val="243746"/>
                </a:solidFill>
                <a:latin typeface="Arial"/>
                <a:ea typeface="Arial"/>
                <a:cs typeface="Arial"/>
              </a:defRPr>
            </a:lvl2pPr>
            <a:lvl3pPr>
              <a:defRPr sz="1521" b="0">
                <a:solidFill>
                  <a:srgbClr val="243746"/>
                </a:solidFill>
                <a:latin typeface="Arial"/>
                <a:ea typeface="Arial"/>
                <a:cs typeface="Arial"/>
              </a:defRPr>
            </a:lvl3pPr>
            <a:lvl4pPr>
              <a:defRPr sz="1521" b="0">
                <a:solidFill>
                  <a:srgbClr val="243746"/>
                </a:solidFill>
                <a:latin typeface="Arial"/>
                <a:ea typeface="Arial"/>
                <a:cs typeface="Arial"/>
              </a:defRPr>
            </a:lvl4pPr>
            <a:lvl5pPr>
              <a:defRPr sz="1521" b="0">
                <a:solidFill>
                  <a:srgbClr val="243746"/>
                </a:solidFill>
                <a:latin typeface="Arial"/>
                <a:ea typeface="Arial"/>
                <a:cs typeface="Arial"/>
              </a:defRPr>
            </a:lvl5pPr>
            <a:lvl6pPr>
              <a:defRPr sz="1521" b="0">
                <a:solidFill>
                  <a:srgbClr val="243746"/>
                </a:solidFill>
                <a:latin typeface="Arial"/>
                <a:ea typeface="Arial"/>
                <a:cs typeface="Arial"/>
              </a:defRPr>
            </a:lvl6pPr>
            <a:lvl7pPr>
              <a:defRPr sz="1521" b="0">
                <a:solidFill>
                  <a:srgbClr val="243746"/>
                </a:solidFill>
                <a:latin typeface="Arial"/>
                <a:ea typeface="Arial"/>
                <a:cs typeface="Arial"/>
              </a:defRPr>
            </a:lvl7pPr>
            <a:lvl8pPr>
              <a:defRPr sz="1521" b="0">
                <a:solidFill>
                  <a:srgbClr val="243746"/>
                </a:solidFill>
                <a:latin typeface="Arial"/>
                <a:ea typeface="Arial"/>
                <a:cs typeface="Arial"/>
              </a:defRPr>
            </a:lvl8pPr>
            <a:lvl9pPr>
              <a:defRPr sz="1521" b="0">
                <a:solidFill>
                  <a:srgbClr val="243746"/>
                </a:solidFill>
                <a:latin typeface="Arial"/>
                <a:ea typeface="Arial"/>
                <a:cs typeface="Arial"/>
              </a:defRPr>
            </a:lvl9pPr>
          </a:lstStyle>
          <a:p xmlns:a="http://schemas.openxmlformats.org/drawingml/2006/main">
            <a:pPr>
              <a:defRPr sz="1521" b="0">
                <a:solidFill>
                  <a:srgbClr val="243746"/>
                </a:solidFill>
                <a:latin typeface="Arial"/>
                <a:ea typeface="Arial"/>
                <a:cs typeface="Arial"/>
              </a:defRPr>
            </a:pPr>
            <a:r>
              <a:rPr sz="1521" b="0">
                <a:solidFill>
                  <a:srgbClr val="243746"/>
                </a:solidFill>
                <a:latin typeface="Arial"/>
                <a:ea typeface="Arial"/>
                <a:cs typeface="Arial"/>
              </a:rPr>
              <a:t>Coupled steel beams and vertical supports</a:t>
            </a:r>
          </a:p>
          <a:p xmlns:a="http://schemas.openxmlformats.org/drawingml/2006/main">
            <a:pPr>
              <a:defRPr sz="1521" b="0">
                <a:solidFill>
                  <a:srgbClr val="243746"/>
                </a:solidFill>
                <a:latin typeface="Arial"/>
                <a:ea typeface="Arial"/>
                <a:cs typeface="Arial"/>
              </a:defRPr>
            </a:pPr>
            <a:r>
              <a:rPr sz="1521" b="0">
                <a:solidFill>
                  <a:srgbClr val="243746"/>
                </a:solidFill>
                <a:latin typeface="Arial"/>
                <a:ea typeface="Arial"/>
                <a:cs typeface="Arial"/>
              </a:rPr>
              <a:t>Approximately 79,600 algebraic coordinates</a:t>
            </a:r>
          </a:p>
          <a:p xmlns:a="http://schemas.openxmlformats.org/drawingml/2006/main">
            <a:pPr>
              <a:defRPr sz="1521" b="0">
                <a:solidFill>
                  <a:srgbClr val="243746"/>
                </a:solidFill>
                <a:latin typeface="Arial"/>
                <a:ea typeface="Arial"/>
                <a:cs typeface="Arial"/>
              </a:defRPr>
            </a:pPr>
            <a:r>
              <a:rPr sz="1521" b="0">
                <a:solidFill>
                  <a:srgbClr val="243746"/>
                </a:solidFill>
                <a:latin typeface="Arial"/>
                <a:ea typeface="Arial"/>
                <a:cs typeface="Arial"/>
              </a:rPr>
              <a:t>Linear equivalent model in MATLAB</a:t>
            </a:r>
          </a:p>
        </p:txBody>
      </p:sp>
      <p:sp>
        <p:nvSpPr>
          <p:cNvPr id="15" name="design">
            <a:extLst xmlns:a="http://schemas.openxmlformats.org/drawingml/2006/main">
              <a:ext uri="{FF2B5EF4-FFF2-40B4-BE49-F238E27FC236}">
                <a16:creationId xmlns:a16="http://schemas.microsoft.com/office/drawing/2014/main" id="{E06B9038-7BC6-40EC-A8ED-8379B8DE527C}"/>
              </a:ext>
            </a:extLst>
          </p:cNvPr>
          <p:cNvSpPr>
            <a:spLocks xmlns:a="http://schemas.openxmlformats.org/drawingml/2006/main" noGrp="1"/>
          </p:cNvSpPr>
          <p:nvPr/>
        </p:nvSpPr>
        <p:spPr>
          <a:xfrm xmlns:a="http://schemas.openxmlformats.org/drawingml/2006/main">
            <a:off x="504000" y="7224000"/>
            <a:ext cx="4200000" cy="4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52" b="1">
                <a:solidFill>
                  <a:srgbClr val="087F8C"/>
                </a:solidFill>
                <a:latin typeface="Arial"/>
                <a:ea typeface="Arial"/>
                <a:cs typeface="Arial"/>
              </a:defRPr>
            </a:defPPr>
            <a:lvl1pPr>
              <a:defRPr sz="1852" b="1">
                <a:solidFill>
                  <a:srgbClr val="087F8C"/>
                </a:solidFill>
                <a:latin typeface="Arial"/>
                <a:ea typeface="Arial"/>
                <a:cs typeface="Arial"/>
              </a:defRPr>
            </a:lvl1pPr>
            <a:lvl2pPr>
              <a:defRPr sz="1852" b="1">
                <a:solidFill>
                  <a:srgbClr val="087F8C"/>
                </a:solidFill>
                <a:latin typeface="Arial"/>
                <a:ea typeface="Arial"/>
                <a:cs typeface="Arial"/>
              </a:defRPr>
            </a:lvl2pPr>
            <a:lvl3pPr>
              <a:defRPr sz="1852" b="1">
                <a:solidFill>
                  <a:srgbClr val="087F8C"/>
                </a:solidFill>
                <a:latin typeface="Arial"/>
                <a:ea typeface="Arial"/>
                <a:cs typeface="Arial"/>
              </a:defRPr>
            </a:lvl3pPr>
            <a:lvl4pPr>
              <a:defRPr sz="1852" b="1">
                <a:solidFill>
                  <a:srgbClr val="087F8C"/>
                </a:solidFill>
                <a:latin typeface="Arial"/>
                <a:ea typeface="Arial"/>
                <a:cs typeface="Arial"/>
              </a:defRPr>
            </a:lvl4pPr>
            <a:lvl5pPr>
              <a:defRPr sz="1852" b="1">
                <a:solidFill>
                  <a:srgbClr val="087F8C"/>
                </a:solidFill>
                <a:latin typeface="Arial"/>
                <a:ea typeface="Arial"/>
                <a:cs typeface="Arial"/>
              </a:defRPr>
            </a:lvl5pPr>
            <a:lvl6pPr>
              <a:defRPr sz="1852" b="1">
                <a:solidFill>
                  <a:srgbClr val="087F8C"/>
                </a:solidFill>
                <a:latin typeface="Arial"/>
                <a:ea typeface="Arial"/>
                <a:cs typeface="Arial"/>
              </a:defRPr>
            </a:lvl6pPr>
            <a:lvl7pPr>
              <a:defRPr sz="1852" b="1">
                <a:solidFill>
                  <a:srgbClr val="087F8C"/>
                </a:solidFill>
                <a:latin typeface="Arial"/>
                <a:ea typeface="Arial"/>
                <a:cs typeface="Arial"/>
              </a:defRPr>
            </a:lvl7pPr>
            <a:lvl8pPr>
              <a:defRPr sz="1852" b="1">
                <a:solidFill>
                  <a:srgbClr val="087F8C"/>
                </a:solidFill>
                <a:latin typeface="Arial"/>
                <a:ea typeface="Arial"/>
                <a:cs typeface="Arial"/>
              </a:defRPr>
            </a:lvl8pPr>
            <a:lvl9pPr>
              <a:defRPr sz="1852" b="1">
                <a:solidFill>
                  <a:srgbClr val="087F8C"/>
                </a:solidFill>
                <a:latin typeface="Arial"/>
                <a:ea typeface="Arial"/>
                <a:cs typeface="Arial"/>
              </a:defRPr>
            </a:lvl9pPr>
          </a:lstStyle>
          <a:p xmlns:a="http://schemas.openxmlformats.org/drawingml/2006/main">
            <a:pPr>
              <a:defRPr sz="1852" b="1">
                <a:solidFill>
                  <a:srgbClr val="087F8C"/>
                </a:solidFill>
                <a:latin typeface="Arial"/>
                <a:ea typeface="Arial"/>
                <a:cs typeface="Arial"/>
              </a:defRPr>
            </a:pPr>
            <a:r>
              <a:rPr sz="1852" b="1">
                <a:solidFill>
                  <a:srgbClr val="087F8C"/>
                </a:solidFill>
                <a:latin typeface="Arial"/>
                <a:ea typeface="Arial"/>
                <a:cs typeface="Arial"/>
              </a:rPr>
              <a:t>Study design</a:t>
            </a:r>
          </a:p>
        </p:txBody>
      </p:sp>
      <p:sp>
        <p:nvSpPr>
          <p:cNvPr id="16" name="">
            <a:extLst xmlns:a="http://schemas.openxmlformats.org/drawingml/2006/main">
              <a:ext uri="{FF2B5EF4-FFF2-40B4-BE49-F238E27FC236}">
                <a16:creationId xmlns:a16="http://schemas.microsoft.com/office/drawing/2014/main" id="{E00EBCC2-9E01-4D76-BEB8-7E78E50324EB}"/>
              </a:ext>
            </a:extLst>
          </p:cNvPr>
          <p:cNvSpPr>
            <a:spLocks xmlns:a="http://schemas.openxmlformats.org/drawingml/2006/main" noGrp="1"/>
          </p:cNvSpPr>
          <p:nvPr/>
        </p:nvSpPr>
        <p:spPr>
          <a:xfrm xmlns:a="http://schemas.openxmlformats.org/drawingml/2006/main">
            <a:off x="504000" y="7627200"/>
            <a:ext cx="4200000" cy="0"/>
          </a:xfrm>
          <a:prstGeom xmlns:a="http://schemas.openxmlformats.org/drawingml/2006/main" prst="line">
            <a:avLst/>
          </a:prstGeom>
          <a:ln xmlns:a="http://schemas.openxmlformats.org/drawingml/2006/main" w="10080">
            <a:solidFill>
              <a:srgbClr val="D8E0E6"/>
            </a:solidFill>
          </a:ln>
        </p:spPr>
      </p:sp>
      <p:sp>
        <p:nvSpPr>
          <p:cNvPr id="17" name="design-body">
            <a:extLst xmlns:a="http://schemas.openxmlformats.org/drawingml/2006/main">
              <a:ext uri="{FF2B5EF4-FFF2-40B4-BE49-F238E27FC236}">
                <a16:creationId xmlns:a16="http://schemas.microsoft.com/office/drawing/2014/main" id="{1EA2A0E0-902F-4F6C-92A4-D3B11DC5345F}"/>
              </a:ext>
            </a:extLst>
          </p:cNvPr>
          <p:cNvSpPr>
            <a:spLocks xmlns:a="http://schemas.openxmlformats.org/drawingml/2006/main" noGrp="1"/>
          </p:cNvSpPr>
          <p:nvPr/>
        </p:nvSpPr>
        <p:spPr>
          <a:xfrm xmlns:a="http://schemas.openxmlformats.org/drawingml/2006/main">
            <a:off x="504000" y="7778400"/>
            <a:ext cx="4200000" cy="170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21" b="0">
                <a:solidFill>
                  <a:srgbClr val="243746"/>
                </a:solidFill>
                <a:latin typeface="Arial"/>
                <a:ea typeface="Arial"/>
                <a:cs typeface="Arial"/>
              </a:defRPr>
            </a:defPPr>
            <a:lvl1pPr>
              <a:defRPr sz="1521" b="0">
                <a:solidFill>
                  <a:srgbClr val="243746"/>
                </a:solidFill>
                <a:latin typeface="Arial"/>
                <a:ea typeface="Arial"/>
                <a:cs typeface="Arial"/>
              </a:defRPr>
            </a:lvl1pPr>
            <a:lvl2pPr>
              <a:defRPr sz="1521" b="0">
                <a:solidFill>
                  <a:srgbClr val="243746"/>
                </a:solidFill>
                <a:latin typeface="Arial"/>
                <a:ea typeface="Arial"/>
                <a:cs typeface="Arial"/>
              </a:defRPr>
            </a:lvl2pPr>
            <a:lvl3pPr>
              <a:defRPr sz="1521" b="0">
                <a:solidFill>
                  <a:srgbClr val="243746"/>
                </a:solidFill>
                <a:latin typeface="Arial"/>
                <a:ea typeface="Arial"/>
                <a:cs typeface="Arial"/>
              </a:defRPr>
            </a:lvl3pPr>
            <a:lvl4pPr>
              <a:defRPr sz="1521" b="0">
                <a:solidFill>
                  <a:srgbClr val="243746"/>
                </a:solidFill>
                <a:latin typeface="Arial"/>
                <a:ea typeface="Arial"/>
                <a:cs typeface="Arial"/>
              </a:defRPr>
            </a:lvl4pPr>
            <a:lvl5pPr>
              <a:defRPr sz="1521" b="0">
                <a:solidFill>
                  <a:srgbClr val="243746"/>
                </a:solidFill>
                <a:latin typeface="Arial"/>
                <a:ea typeface="Arial"/>
                <a:cs typeface="Arial"/>
              </a:defRPr>
            </a:lvl5pPr>
            <a:lvl6pPr>
              <a:defRPr sz="1521" b="0">
                <a:solidFill>
                  <a:srgbClr val="243746"/>
                </a:solidFill>
                <a:latin typeface="Arial"/>
                <a:ea typeface="Arial"/>
                <a:cs typeface="Arial"/>
              </a:defRPr>
            </a:lvl6pPr>
            <a:lvl7pPr>
              <a:defRPr sz="1521" b="0">
                <a:solidFill>
                  <a:srgbClr val="243746"/>
                </a:solidFill>
                <a:latin typeface="Arial"/>
                <a:ea typeface="Arial"/>
                <a:cs typeface="Arial"/>
              </a:defRPr>
            </a:lvl7pPr>
            <a:lvl8pPr>
              <a:defRPr sz="1521" b="0">
                <a:solidFill>
                  <a:srgbClr val="243746"/>
                </a:solidFill>
                <a:latin typeface="Arial"/>
                <a:ea typeface="Arial"/>
                <a:cs typeface="Arial"/>
              </a:defRPr>
            </a:lvl8pPr>
            <a:lvl9pPr>
              <a:defRPr sz="1521" b="0">
                <a:solidFill>
                  <a:srgbClr val="243746"/>
                </a:solidFill>
                <a:latin typeface="Arial"/>
                <a:ea typeface="Arial"/>
                <a:cs typeface="Arial"/>
              </a:defRPr>
            </a:lvl9pPr>
          </a:lstStyle>
          <a:p xmlns:a="http://schemas.openxmlformats.org/drawingml/2006/main">
            <a:pPr>
              <a:defRPr sz="1521" b="0">
                <a:solidFill>
                  <a:srgbClr val="243746"/>
                </a:solidFill>
                <a:latin typeface="Arial"/>
                <a:ea typeface="Arial"/>
                <a:cs typeface="Arial"/>
              </a:defRPr>
            </a:pPr>
            <a:r>
              <a:rPr sz="1521" b="0">
                <a:solidFill>
                  <a:srgbClr val="243746"/>
                </a:solidFill>
                <a:latin typeface="Arial"/>
                <a:ea typeface="Arial"/>
                <a:cs typeface="Arial"/>
              </a:rPr>
              <a:t>22 selected traffic scenarios use the same 240-vehicle fleet, including 20 heavy vehicles.</a:t>
            </a:r>
          </a:p>
          <a:p xmlns:a="http://schemas.openxmlformats.org/drawingml/2006/main">
            <a:r>
              <a:t/>
            </a:r>
          </a:p>
          <a:p xmlns:a="http://schemas.openxmlformats.org/drawingml/2006/main">
            <a:pPr>
              <a:defRPr sz="1521" b="0">
                <a:solidFill>
                  <a:srgbClr val="243746"/>
                </a:solidFill>
                <a:latin typeface="Arial"/>
                <a:ea typeface="Arial"/>
                <a:cs typeface="Arial"/>
              </a:defRPr>
            </a:pPr>
            <a:r>
              <a:rPr sz="1521" b="0">
                <a:solidFill>
                  <a:srgbClr val="243746"/>
                </a:solidFill>
                <a:latin typeface="Arial"/>
                <a:ea typeface="Arial"/>
                <a:cs typeface="Arial"/>
              </a:rPr>
              <a:t>The comparison varies longitudinal spacing, lateral spread and vehicle ordering, with two-lane and grouped-traffic references.</a:t>
            </a:r>
          </a:p>
        </p:txBody>
      </p:sp>
      <p:sp>
        <p:nvSpPr>
          <p:cNvPr id="18" name="sampling">
            <a:extLst xmlns:a="http://schemas.openxmlformats.org/drawingml/2006/main">
              <a:ext uri="{FF2B5EF4-FFF2-40B4-BE49-F238E27FC236}">
                <a16:creationId xmlns:a16="http://schemas.microsoft.com/office/drawing/2014/main" id="{B38B3755-A0FB-4D00-8BA1-3ACECBFD8AB6}"/>
              </a:ext>
            </a:extLst>
          </p:cNvPr>
          <p:cNvSpPr>
            <a:spLocks xmlns:a="http://schemas.openxmlformats.org/drawingml/2006/main" noGrp="1"/>
          </p:cNvSpPr>
          <p:nvPr/>
        </p:nvSpPr>
        <p:spPr>
          <a:xfrm xmlns:a="http://schemas.openxmlformats.org/drawingml/2006/main">
            <a:off x="5208000" y="2503200"/>
            <a:ext cx="4662000" cy="4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52" b="1">
                <a:solidFill>
                  <a:srgbClr val="087F8C"/>
                </a:solidFill>
                <a:latin typeface="Arial"/>
                <a:ea typeface="Arial"/>
                <a:cs typeface="Arial"/>
              </a:defRPr>
            </a:defPPr>
            <a:lvl1pPr>
              <a:defRPr sz="1852" b="1">
                <a:solidFill>
                  <a:srgbClr val="087F8C"/>
                </a:solidFill>
                <a:latin typeface="Arial"/>
                <a:ea typeface="Arial"/>
                <a:cs typeface="Arial"/>
              </a:defRPr>
            </a:lvl1pPr>
            <a:lvl2pPr>
              <a:defRPr sz="1852" b="1">
                <a:solidFill>
                  <a:srgbClr val="087F8C"/>
                </a:solidFill>
                <a:latin typeface="Arial"/>
                <a:ea typeface="Arial"/>
                <a:cs typeface="Arial"/>
              </a:defRPr>
            </a:lvl2pPr>
            <a:lvl3pPr>
              <a:defRPr sz="1852" b="1">
                <a:solidFill>
                  <a:srgbClr val="087F8C"/>
                </a:solidFill>
                <a:latin typeface="Arial"/>
                <a:ea typeface="Arial"/>
                <a:cs typeface="Arial"/>
              </a:defRPr>
            </a:lvl3pPr>
            <a:lvl4pPr>
              <a:defRPr sz="1852" b="1">
                <a:solidFill>
                  <a:srgbClr val="087F8C"/>
                </a:solidFill>
                <a:latin typeface="Arial"/>
                <a:ea typeface="Arial"/>
                <a:cs typeface="Arial"/>
              </a:defRPr>
            </a:lvl4pPr>
            <a:lvl5pPr>
              <a:defRPr sz="1852" b="1">
                <a:solidFill>
                  <a:srgbClr val="087F8C"/>
                </a:solidFill>
                <a:latin typeface="Arial"/>
                <a:ea typeface="Arial"/>
                <a:cs typeface="Arial"/>
              </a:defRPr>
            </a:lvl5pPr>
            <a:lvl6pPr>
              <a:defRPr sz="1852" b="1">
                <a:solidFill>
                  <a:srgbClr val="087F8C"/>
                </a:solidFill>
                <a:latin typeface="Arial"/>
                <a:ea typeface="Arial"/>
                <a:cs typeface="Arial"/>
              </a:defRPr>
            </a:lvl6pPr>
            <a:lvl7pPr>
              <a:defRPr sz="1852" b="1">
                <a:solidFill>
                  <a:srgbClr val="087F8C"/>
                </a:solidFill>
                <a:latin typeface="Arial"/>
                <a:ea typeface="Arial"/>
                <a:cs typeface="Arial"/>
              </a:defRPr>
            </a:lvl7pPr>
            <a:lvl8pPr>
              <a:defRPr sz="1852" b="1">
                <a:solidFill>
                  <a:srgbClr val="087F8C"/>
                </a:solidFill>
                <a:latin typeface="Arial"/>
                <a:ea typeface="Arial"/>
                <a:cs typeface="Arial"/>
              </a:defRPr>
            </a:lvl8pPr>
            <a:lvl9pPr>
              <a:defRPr sz="1852" b="1">
                <a:solidFill>
                  <a:srgbClr val="087F8C"/>
                </a:solidFill>
                <a:latin typeface="Arial"/>
                <a:ea typeface="Arial"/>
                <a:cs typeface="Arial"/>
              </a:defRPr>
            </a:lvl9pPr>
          </a:lstStyle>
          <a:p xmlns:a="http://schemas.openxmlformats.org/drawingml/2006/main">
            <a:pPr>
              <a:defRPr sz="1852" b="1">
                <a:solidFill>
                  <a:srgbClr val="087F8C"/>
                </a:solidFill>
                <a:latin typeface="Arial"/>
                <a:ea typeface="Arial"/>
                <a:cs typeface="Arial"/>
              </a:defRPr>
            </a:pPr>
            <a:r>
              <a:rPr sz="1852" b="1">
                <a:solidFill>
                  <a:srgbClr val="087F8C"/>
                </a:solidFill>
                <a:latin typeface="Arial"/>
                <a:ea typeface="Arial"/>
                <a:cs typeface="Arial"/>
              </a:rPr>
              <a:t>Compression fatigue</a:t>
            </a:r>
          </a:p>
        </p:txBody>
      </p:sp>
      <p:sp>
        <p:nvSpPr>
          <p:cNvPr id="19" name="">
            <a:extLst xmlns:a="http://schemas.openxmlformats.org/drawingml/2006/main">
              <a:ext uri="{FF2B5EF4-FFF2-40B4-BE49-F238E27FC236}">
                <a16:creationId xmlns:a16="http://schemas.microsoft.com/office/drawing/2014/main" id="{F8D5CF10-FEF3-42F0-A18B-E185A687DE7A}"/>
              </a:ext>
            </a:extLst>
          </p:cNvPr>
          <p:cNvSpPr>
            <a:spLocks xmlns:a="http://schemas.openxmlformats.org/drawingml/2006/main" noGrp="1"/>
          </p:cNvSpPr>
          <p:nvPr/>
        </p:nvSpPr>
        <p:spPr>
          <a:xfrm xmlns:a="http://schemas.openxmlformats.org/drawingml/2006/main">
            <a:off x="5208000" y="2906400"/>
            <a:ext cx="4662000" cy="0"/>
          </a:xfrm>
          <a:prstGeom xmlns:a="http://schemas.openxmlformats.org/drawingml/2006/main" prst="line">
            <a:avLst/>
          </a:prstGeom>
          <a:ln xmlns:a="http://schemas.openxmlformats.org/drawingml/2006/main" w="10080">
            <a:solidFill>
              <a:srgbClr val="D8E0E6"/>
            </a:solidFill>
          </a:ln>
        </p:spPr>
      </p:sp>
      <p:sp>
        <p:nvSpPr>
          <p:cNvPr id="20" name="sampling-body">
            <a:extLst xmlns:a="http://schemas.openxmlformats.org/drawingml/2006/main">
              <a:ext uri="{FF2B5EF4-FFF2-40B4-BE49-F238E27FC236}">
                <a16:creationId xmlns:a16="http://schemas.microsoft.com/office/drawing/2014/main" id="{9F8B505E-534A-4AB2-A55F-A80F9751C276}"/>
              </a:ext>
            </a:extLst>
          </p:cNvPr>
          <p:cNvSpPr>
            <a:spLocks xmlns:a="http://schemas.openxmlformats.org/drawingml/2006/main" noGrp="1"/>
          </p:cNvSpPr>
          <p:nvPr/>
        </p:nvSpPr>
        <p:spPr>
          <a:xfrm xmlns:a="http://schemas.openxmlformats.org/drawingml/2006/main">
            <a:off x="5208000" y="3040800"/>
            <a:ext cx="4662000" cy="10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87" b="0">
                <a:solidFill>
                  <a:srgbClr val="243746"/>
                </a:solidFill>
                <a:latin typeface="Arial"/>
                <a:ea typeface="Arial"/>
                <a:cs typeface="Arial"/>
              </a:defRPr>
            </a:defPPr>
            <a:lvl1pPr>
              <a:defRPr sz="1587" b="0">
                <a:solidFill>
                  <a:srgbClr val="243746"/>
                </a:solidFill>
                <a:latin typeface="Arial"/>
                <a:ea typeface="Arial"/>
                <a:cs typeface="Arial"/>
              </a:defRPr>
            </a:lvl1pPr>
            <a:lvl2pPr>
              <a:defRPr sz="1587" b="0">
                <a:solidFill>
                  <a:srgbClr val="243746"/>
                </a:solidFill>
                <a:latin typeface="Arial"/>
                <a:ea typeface="Arial"/>
                <a:cs typeface="Arial"/>
              </a:defRPr>
            </a:lvl2pPr>
            <a:lvl3pPr>
              <a:defRPr sz="1587" b="0">
                <a:solidFill>
                  <a:srgbClr val="243746"/>
                </a:solidFill>
                <a:latin typeface="Arial"/>
                <a:ea typeface="Arial"/>
                <a:cs typeface="Arial"/>
              </a:defRPr>
            </a:lvl3pPr>
            <a:lvl4pPr>
              <a:defRPr sz="1587" b="0">
                <a:solidFill>
                  <a:srgbClr val="243746"/>
                </a:solidFill>
                <a:latin typeface="Arial"/>
                <a:ea typeface="Arial"/>
                <a:cs typeface="Arial"/>
              </a:defRPr>
            </a:lvl4pPr>
            <a:lvl5pPr>
              <a:defRPr sz="1587" b="0">
                <a:solidFill>
                  <a:srgbClr val="243746"/>
                </a:solidFill>
                <a:latin typeface="Arial"/>
                <a:ea typeface="Arial"/>
                <a:cs typeface="Arial"/>
              </a:defRPr>
            </a:lvl5pPr>
            <a:lvl6pPr>
              <a:defRPr sz="1587" b="0">
                <a:solidFill>
                  <a:srgbClr val="243746"/>
                </a:solidFill>
                <a:latin typeface="Arial"/>
                <a:ea typeface="Arial"/>
                <a:cs typeface="Arial"/>
              </a:defRPr>
            </a:lvl6pPr>
            <a:lvl7pPr>
              <a:defRPr sz="1587" b="0">
                <a:solidFill>
                  <a:srgbClr val="243746"/>
                </a:solidFill>
                <a:latin typeface="Arial"/>
                <a:ea typeface="Arial"/>
                <a:cs typeface="Arial"/>
              </a:defRPr>
            </a:lvl7pPr>
            <a:lvl8pPr>
              <a:defRPr sz="1587" b="0">
                <a:solidFill>
                  <a:srgbClr val="243746"/>
                </a:solidFill>
                <a:latin typeface="Arial"/>
                <a:ea typeface="Arial"/>
                <a:cs typeface="Arial"/>
              </a:defRPr>
            </a:lvl8pPr>
            <a:lvl9pPr>
              <a:defRPr sz="1587" b="0">
                <a:solidFill>
                  <a:srgbClr val="243746"/>
                </a:solidFill>
                <a:latin typeface="Arial"/>
                <a:ea typeface="Arial"/>
                <a:cs typeface="Arial"/>
              </a:defRPr>
            </a:lvl9pPr>
          </a:lstStyle>
          <a:p xmlns:a="http://schemas.openxmlformats.org/drawingml/2006/main">
            <a:pPr>
              <a:defRPr sz="1587" b="0">
                <a:solidFill>
                  <a:srgbClr val="243746"/>
                </a:solidFill>
                <a:latin typeface="Arial"/>
                <a:ea typeface="Arial"/>
                <a:cs typeface="Arial"/>
              </a:defRPr>
            </a:pPr>
            <a:r>
              <a:rPr sz="1587" b="0">
                <a:solidFill>
                  <a:srgbClr val="243746"/>
                </a:solidFill>
                <a:latin typeface="Arial"/>
                <a:ea typeface="Arial"/>
                <a:cs typeface="Arial"/>
              </a:rPr>
              <a:t>Cumulative damage D = Σ nᵢ/Nᵢ uses the adopted concrete compression S-N relationship. The same eligible observation locations define the comparison.</a:t>
            </a:r>
          </a:p>
        </p:txBody>
      </p:sp>
      <p:sp>
        <p:nvSpPr>
          <p:cNvPr id="21" name="sampling-chart-label">
            <a:extLst xmlns:a="http://schemas.openxmlformats.org/drawingml/2006/main">
              <a:ext uri="{FF2B5EF4-FFF2-40B4-BE49-F238E27FC236}">
                <a16:creationId xmlns:a16="http://schemas.microsoft.com/office/drawing/2014/main" id="{86EB8EC9-22AC-4F49-A52B-7029208439EE}"/>
              </a:ext>
            </a:extLst>
          </p:cNvPr>
          <p:cNvSpPr>
            <a:spLocks xmlns:a="http://schemas.openxmlformats.org/drawingml/2006/main" noGrp="1"/>
          </p:cNvSpPr>
          <p:nvPr/>
        </p:nvSpPr>
        <p:spPr>
          <a:xfrm xmlns:a="http://schemas.openxmlformats.org/drawingml/2006/main">
            <a:off x="5208000" y="4200000"/>
            <a:ext cx="4662000" cy="42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55" b="1">
                <a:solidFill>
                  <a:srgbClr val="132B40"/>
                </a:solidFill>
                <a:latin typeface="Arial"/>
                <a:ea typeface="Arial"/>
                <a:cs typeface="Arial"/>
              </a:defRPr>
            </a:defPPr>
            <a:lvl1pPr>
              <a:defRPr sz="1455" b="1">
                <a:solidFill>
                  <a:srgbClr val="132B40"/>
                </a:solidFill>
                <a:latin typeface="Arial"/>
                <a:ea typeface="Arial"/>
                <a:cs typeface="Arial"/>
              </a:defRPr>
            </a:lvl1pPr>
            <a:lvl2pPr>
              <a:defRPr sz="1455" b="1">
                <a:solidFill>
                  <a:srgbClr val="132B40"/>
                </a:solidFill>
                <a:latin typeface="Arial"/>
                <a:ea typeface="Arial"/>
                <a:cs typeface="Arial"/>
              </a:defRPr>
            </a:lvl2pPr>
            <a:lvl3pPr>
              <a:defRPr sz="1455" b="1">
                <a:solidFill>
                  <a:srgbClr val="132B40"/>
                </a:solidFill>
                <a:latin typeface="Arial"/>
                <a:ea typeface="Arial"/>
                <a:cs typeface="Arial"/>
              </a:defRPr>
            </a:lvl3pPr>
            <a:lvl4pPr>
              <a:defRPr sz="1455" b="1">
                <a:solidFill>
                  <a:srgbClr val="132B40"/>
                </a:solidFill>
                <a:latin typeface="Arial"/>
                <a:ea typeface="Arial"/>
                <a:cs typeface="Arial"/>
              </a:defRPr>
            </a:lvl4pPr>
            <a:lvl5pPr>
              <a:defRPr sz="1455" b="1">
                <a:solidFill>
                  <a:srgbClr val="132B40"/>
                </a:solidFill>
                <a:latin typeface="Arial"/>
                <a:ea typeface="Arial"/>
                <a:cs typeface="Arial"/>
              </a:defRPr>
            </a:lvl5pPr>
            <a:lvl6pPr>
              <a:defRPr sz="1455" b="1">
                <a:solidFill>
                  <a:srgbClr val="132B40"/>
                </a:solidFill>
                <a:latin typeface="Arial"/>
                <a:ea typeface="Arial"/>
                <a:cs typeface="Arial"/>
              </a:defRPr>
            </a:lvl6pPr>
            <a:lvl7pPr>
              <a:defRPr sz="1455" b="1">
                <a:solidFill>
                  <a:srgbClr val="132B40"/>
                </a:solidFill>
                <a:latin typeface="Arial"/>
                <a:ea typeface="Arial"/>
                <a:cs typeface="Arial"/>
              </a:defRPr>
            </a:lvl7pPr>
            <a:lvl8pPr>
              <a:defRPr sz="1455" b="1">
                <a:solidFill>
                  <a:srgbClr val="132B40"/>
                </a:solidFill>
                <a:latin typeface="Arial"/>
                <a:ea typeface="Arial"/>
                <a:cs typeface="Arial"/>
              </a:defRPr>
            </a:lvl8pPr>
            <a:lvl9pPr>
              <a:defRPr sz="1455" b="1">
                <a:solidFill>
                  <a:srgbClr val="132B40"/>
                </a:solidFill>
                <a:latin typeface="Arial"/>
                <a:ea typeface="Arial"/>
                <a:cs typeface="Arial"/>
              </a:defRPr>
            </a:lvl9pPr>
          </a:lstStyle>
          <a:p xmlns:a="http://schemas.openxmlformats.org/drawingml/2006/main">
            <a:pPr>
              <a:defRPr sz="1455" b="1">
                <a:solidFill>
                  <a:srgbClr val="132B40"/>
                </a:solidFill>
                <a:latin typeface="Arial"/>
                <a:ea typeface="Arial"/>
                <a:cs typeface="Arial"/>
              </a:defRPr>
            </a:pPr>
            <a:r>
              <a:rPr sz="1455" b="1">
                <a:solidFill>
                  <a:srgbClr val="132B40"/>
                </a:solidFill>
                <a:latin typeface="Arial"/>
                <a:ea typeface="Arial"/>
                <a:cs typeface="Arial"/>
              </a:rPr>
              <a:t>Maximum damage per 240 vehicles (×10⁻¹⁴)</a:t>
            </a:r>
          </a:p>
        </p:txBody>
      </p:sp>
      <p:sp>
        <p:nvSpPr>
          <p:cNvPr id="22" name="sampling-caption">
            <a:extLst xmlns:a="http://schemas.openxmlformats.org/drawingml/2006/main">
              <a:ext uri="{FF2B5EF4-FFF2-40B4-BE49-F238E27FC236}">
                <a16:creationId xmlns:a16="http://schemas.microsoft.com/office/drawing/2014/main" id="{FB1EC97E-9E82-4566-9511-EFE266AFA887}"/>
              </a:ext>
            </a:extLst>
          </p:cNvPr>
          <p:cNvSpPr>
            <a:spLocks xmlns:a="http://schemas.openxmlformats.org/drawingml/2006/main" noGrp="1"/>
          </p:cNvSpPr>
          <p:nvPr/>
        </p:nvSpPr>
        <p:spPr>
          <a:xfrm xmlns:a="http://schemas.openxmlformats.org/drawingml/2006/main">
            <a:off x="5208000" y="7501200"/>
            <a:ext cx="4662000" cy="7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89" b="0">
                <a:solidFill>
                  <a:srgbClr val="5D6B78"/>
                </a:solidFill>
                <a:latin typeface="Arial"/>
                <a:ea typeface="Arial"/>
                <a:cs typeface="Arial"/>
              </a:defRPr>
            </a:defPPr>
            <a:lvl1pPr>
              <a:defRPr sz="1389" b="0">
                <a:solidFill>
                  <a:srgbClr val="5D6B78"/>
                </a:solidFill>
                <a:latin typeface="Arial"/>
                <a:ea typeface="Arial"/>
                <a:cs typeface="Arial"/>
              </a:defRPr>
            </a:lvl1pPr>
            <a:lvl2pPr>
              <a:defRPr sz="1389" b="0">
                <a:solidFill>
                  <a:srgbClr val="5D6B78"/>
                </a:solidFill>
                <a:latin typeface="Arial"/>
                <a:ea typeface="Arial"/>
                <a:cs typeface="Arial"/>
              </a:defRPr>
            </a:lvl2pPr>
            <a:lvl3pPr>
              <a:defRPr sz="1389" b="0">
                <a:solidFill>
                  <a:srgbClr val="5D6B78"/>
                </a:solidFill>
                <a:latin typeface="Arial"/>
                <a:ea typeface="Arial"/>
                <a:cs typeface="Arial"/>
              </a:defRPr>
            </a:lvl3pPr>
            <a:lvl4pPr>
              <a:defRPr sz="1389" b="0">
                <a:solidFill>
                  <a:srgbClr val="5D6B78"/>
                </a:solidFill>
                <a:latin typeface="Arial"/>
                <a:ea typeface="Arial"/>
                <a:cs typeface="Arial"/>
              </a:defRPr>
            </a:lvl4pPr>
            <a:lvl5pPr>
              <a:defRPr sz="1389" b="0">
                <a:solidFill>
                  <a:srgbClr val="5D6B78"/>
                </a:solidFill>
                <a:latin typeface="Arial"/>
                <a:ea typeface="Arial"/>
                <a:cs typeface="Arial"/>
              </a:defRPr>
            </a:lvl5pPr>
            <a:lvl6pPr>
              <a:defRPr sz="1389" b="0">
                <a:solidFill>
                  <a:srgbClr val="5D6B78"/>
                </a:solidFill>
                <a:latin typeface="Arial"/>
                <a:ea typeface="Arial"/>
                <a:cs typeface="Arial"/>
              </a:defRPr>
            </a:lvl6pPr>
            <a:lvl7pPr>
              <a:defRPr sz="1389" b="0">
                <a:solidFill>
                  <a:srgbClr val="5D6B78"/>
                </a:solidFill>
                <a:latin typeface="Arial"/>
                <a:ea typeface="Arial"/>
                <a:cs typeface="Arial"/>
              </a:defRPr>
            </a:lvl7pPr>
            <a:lvl8pPr>
              <a:defRPr sz="1389" b="0">
                <a:solidFill>
                  <a:srgbClr val="5D6B78"/>
                </a:solidFill>
                <a:latin typeface="Arial"/>
                <a:ea typeface="Arial"/>
                <a:cs typeface="Arial"/>
              </a:defRPr>
            </a:lvl8pPr>
            <a:lvl9pPr>
              <a:defRPr sz="1389" b="0">
                <a:solidFill>
                  <a:srgbClr val="5D6B78"/>
                </a:solidFill>
                <a:latin typeface="Arial"/>
                <a:ea typeface="Arial"/>
                <a:cs typeface="Arial"/>
              </a:defRPr>
            </a:lvl9pPr>
          </a:lstStyle>
          <a:p xmlns:a="http://schemas.openxmlformats.org/drawingml/2006/main">
            <a:pPr>
              <a:defRPr sz="1389" b="0">
                <a:solidFill>
                  <a:srgbClr val="5D6B78"/>
                </a:solidFill>
                <a:latin typeface="Arial"/>
                <a:ea typeface="Arial"/>
                <a:cs typeface="Arial"/>
              </a:defRPr>
            </a:pPr>
            <a:r>
              <a:rPr sz="1389" b="0">
                <a:solidFill>
                  <a:srgbClr val="5D6B78"/>
                </a:solidFill>
                <a:latin typeface="Arial"/>
                <a:ea typeface="Arial"/>
                <a:cs typeface="Arial"/>
              </a:rPr>
              <a:t>d = 40 m, traffic increments, K = 17. The range cutoff tests sensitivity to small cycles. Tensile-exceedance locations remain outside the compression assessment.</a:t>
            </a:r>
          </a:p>
        </p:txBody>
      </p:sp>
      <p:sp>
        <p:nvSpPr>
          <p:cNvPr id="23" name="takeaway">
            <a:extLst xmlns:a="http://schemas.openxmlformats.org/drawingml/2006/main">
              <a:ext uri="{FF2B5EF4-FFF2-40B4-BE49-F238E27FC236}">
                <a16:creationId xmlns:a16="http://schemas.microsoft.com/office/drawing/2014/main" id="{C7FB0A21-D2F4-44CA-9491-DB674C4815BA}"/>
              </a:ext>
            </a:extLst>
          </p:cNvPr>
          <p:cNvSpPr>
            <a:spLocks xmlns:a="http://schemas.openxmlformats.org/drawingml/2006/main" noGrp="1"/>
          </p:cNvSpPr>
          <p:nvPr/>
        </p:nvSpPr>
        <p:spPr>
          <a:xfrm xmlns:a="http://schemas.openxmlformats.org/drawingml/2006/main">
            <a:off x="5208000" y="8484000"/>
            <a:ext cx="4662000" cy="55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13" b="1">
                <a:solidFill>
                  <a:srgbClr val="087F8C"/>
                </a:solidFill>
                <a:latin typeface="Arial"/>
                <a:ea typeface="Arial"/>
                <a:cs typeface="Arial"/>
              </a:defRPr>
            </a:defPPr>
            <a:lvl1pPr>
              <a:defRPr sz="2513" b="1">
                <a:solidFill>
                  <a:srgbClr val="087F8C"/>
                </a:solidFill>
                <a:latin typeface="Arial"/>
                <a:ea typeface="Arial"/>
                <a:cs typeface="Arial"/>
              </a:defRPr>
            </a:lvl1pPr>
            <a:lvl2pPr>
              <a:defRPr sz="2513" b="1">
                <a:solidFill>
                  <a:srgbClr val="087F8C"/>
                </a:solidFill>
                <a:latin typeface="Arial"/>
                <a:ea typeface="Arial"/>
                <a:cs typeface="Arial"/>
              </a:defRPr>
            </a:lvl2pPr>
            <a:lvl3pPr>
              <a:defRPr sz="2513" b="1">
                <a:solidFill>
                  <a:srgbClr val="087F8C"/>
                </a:solidFill>
                <a:latin typeface="Arial"/>
                <a:ea typeface="Arial"/>
                <a:cs typeface="Arial"/>
              </a:defRPr>
            </a:lvl3pPr>
            <a:lvl4pPr>
              <a:defRPr sz="2513" b="1">
                <a:solidFill>
                  <a:srgbClr val="087F8C"/>
                </a:solidFill>
                <a:latin typeface="Arial"/>
                <a:ea typeface="Arial"/>
                <a:cs typeface="Arial"/>
              </a:defRPr>
            </a:lvl4pPr>
            <a:lvl5pPr>
              <a:defRPr sz="2513" b="1">
                <a:solidFill>
                  <a:srgbClr val="087F8C"/>
                </a:solidFill>
                <a:latin typeface="Arial"/>
                <a:ea typeface="Arial"/>
                <a:cs typeface="Arial"/>
              </a:defRPr>
            </a:lvl5pPr>
            <a:lvl6pPr>
              <a:defRPr sz="2513" b="1">
                <a:solidFill>
                  <a:srgbClr val="087F8C"/>
                </a:solidFill>
                <a:latin typeface="Arial"/>
                <a:ea typeface="Arial"/>
                <a:cs typeface="Arial"/>
              </a:defRPr>
            </a:lvl6pPr>
            <a:lvl7pPr>
              <a:defRPr sz="2513" b="1">
                <a:solidFill>
                  <a:srgbClr val="087F8C"/>
                </a:solidFill>
                <a:latin typeface="Arial"/>
                <a:ea typeface="Arial"/>
                <a:cs typeface="Arial"/>
              </a:defRPr>
            </a:lvl7pPr>
            <a:lvl8pPr>
              <a:defRPr sz="2513" b="1">
                <a:solidFill>
                  <a:srgbClr val="087F8C"/>
                </a:solidFill>
                <a:latin typeface="Arial"/>
                <a:ea typeface="Arial"/>
                <a:cs typeface="Arial"/>
              </a:defRPr>
            </a:lvl8pPr>
            <a:lvl9pPr>
              <a:defRPr sz="2513" b="1">
                <a:solidFill>
                  <a:srgbClr val="087F8C"/>
                </a:solidFill>
                <a:latin typeface="Arial"/>
                <a:ea typeface="Arial"/>
                <a:cs typeface="Arial"/>
              </a:defRPr>
            </a:lvl9pPr>
          </a:lstStyle>
          <a:p xmlns:a="http://schemas.openxmlformats.org/drawingml/2006/main">
            <a:pPr>
              <a:defRPr sz="3373" b="1">
                <a:solidFill>
                  <a:srgbClr val="087F8C"/>
                </a:solidFill>
                <a:latin typeface="Arial"/>
                <a:ea typeface="Arial"/>
                <a:cs typeface="Arial"/>
              </a:defRPr>
            </a:pPr>
            <a:r>
              <a:rPr sz="2513" b="1">
                <a:solidFill>
                  <a:srgbClr val="087F8C"/>
                </a:solidFill>
                <a:latin typeface="Arial"/>
                <a:ea typeface="Arial"/>
                <a:cs typeface="Arial"/>
              </a:rPr>
              <a:t>3 locations / 7 episodes</a:t>
            </a:r>
          </a:p>
        </p:txBody>
      </p:sp>
      <p:sp>
        <p:nvSpPr>
          <p:cNvPr id="24" name="takeaway-description">
            <a:extLst xmlns:a="http://schemas.openxmlformats.org/drawingml/2006/main">
              <a:ext uri="{FF2B5EF4-FFF2-40B4-BE49-F238E27FC236}">
                <a16:creationId xmlns:a16="http://schemas.microsoft.com/office/drawing/2014/main" id="{567776C1-DF88-4DA8-9986-A98502D33C21}"/>
              </a:ext>
            </a:extLst>
          </p:cNvPr>
          <p:cNvSpPr>
            <a:spLocks xmlns:a="http://schemas.openxmlformats.org/drawingml/2006/main" noGrp="1"/>
          </p:cNvSpPr>
          <p:nvPr/>
        </p:nvSpPr>
        <p:spPr>
          <a:xfrm xmlns:a="http://schemas.openxmlformats.org/drawingml/2006/main">
            <a:off x="5208000" y="9080400"/>
            <a:ext cx="4662000" cy="68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87" b="0">
                <a:solidFill>
                  <a:srgbClr val="132B40"/>
                </a:solidFill>
                <a:latin typeface="Arial"/>
                <a:ea typeface="Arial"/>
                <a:cs typeface="Arial"/>
              </a:defRPr>
            </a:defPPr>
            <a:lvl1pPr>
              <a:defRPr sz="1587" b="0">
                <a:solidFill>
                  <a:srgbClr val="132B40"/>
                </a:solidFill>
                <a:latin typeface="Arial"/>
                <a:ea typeface="Arial"/>
                <a:cs typeface="Arial"/>
              </a:defRPr>
            </a:lvl1pPr>
            <a:lvl2pPr>
              <a:defRPr sz="1587" b="0">
                <a:solidFill>
                  <a:srgbClr val="132B40"/>
                </a:solidFill>
                <a:latin typeface="Arial"/>
                <a:ea typeface="Arial"/>
                <a:cs typeface="Arial"/>
              </a:defRPr>
            </a:lvl2pPr>
            <a:lvl3pPr>
              <a:defRPr sz="1587" b="0">
                <a:solidFill>
                  <a:srgbClr val="132B40"/>
                </a:solidFill>
                <a:latin typeface="Arial"/>
                <a:ea typeface="Arial"/>
                <a:cs typeface="Arial"/>
              </a:defRPr>
            </a:lvl3pPr>
            <a:lvl4pPr>
              <a:defRPr sz="1587" b="0">
                <a:solidFill>
                  <a:srgbClr val="132B40"/>
                </a:solidFill>
                <a:latin typeface="Arial"/>
                <a:ea typeface="Arial"/>
                <a:cs typeface="Arial"/>
              </a:defRPr>
            </a:lvl4pPr>
            <a:lvl5pPr>
              <a:defRPr sz="1587" b="0">
                <a:solidFill>
                  <a:srgbClr val="132B40"/>
                </a:solidFill>
                <a:latin typeface="Arial"/>
                <a:ea typeface="Arial"/>
                <a:cs typeface="Arial"/>
              </a:defRPr>
            </a:lvl5pPr>
            <a:lvl6pPr>
              <a:defRPr sz="1587" b="0">
                <a:solidFill>
                  <a:srgbClr val="132B40"/>
                </a:solidFill>
                <a:latin typeface="Arial"/>
                <a:ea typeface="Arial"/>
                <a:cs typeface="Arial"/>
              </a:defRPr>
            </a:lvl6pPr>
            <a:lvl7pPr>
              <a:defRPr sz="1587" b="0">
                <a:solidFill>
                  <a:srgbClr val="132B40"/>
                </a:solidFill>
                <a:latin typeface="Arial"/>
                <a:ea typeface="Arial"/>
                <a:cs typeface="Arial"/>
              </a:defRPr>
            </a:lvl7pPr>
            <a:lvl8pPr>
              <a:defRPr sz="1587" b="0">
                <a:solidFill>
                  <a:srgbClr val="132B40"/>
                </a:solidFill>
                <a:latin typeface="Arial"/>
                <a:ea typeface="Arial"/>
                <a:cs typeface="Arial"/>
              </a:defRPr>
            </a:lvl8pPr>
            <a:lvl9pPr>
              <a:defRPr sz="1587" b="0">
                <a:solidFill>
                  <a:srgbClr val="132B40"/>
                </a:solidFill>
                <a:latin typeface="Arial"/>
                <a:ea typeface="Arial"/>
                <a:cs typeface="Arial"/>
              </a:defRPr>
            </a:lvl9pPr>
          </a:lstStyle>
          <a:p xmlns:a="http://schemas.openxmlformats.org/drawingml/2006/main">
            <a:pPr>
              <a:defRPr sz="1587" b="0">
                <a:solidFill>
                  <a:srgbClr val="132B40"/>
                </a:solidFill>
                <a:latin typeface="Arial"/>
                <a:ea typeface="Arial"/>
                <a:cs typeface="Arial"/>
              </a:defRPr>
            </a:pPr>
            <a:r>
              <a:rPr sz="1587" b="0">
                <a:solidFill>
                  <a:srgbClr val="132B40"/>
                </a:solidFill>
                <a:latin typeface="Arial"/>
                <a:ea typeface="Arial"/>
                <a:cs typeface="Arial"/>
              </a:rPr>
              <a:t>Grouped traffic exceeds the tensile threshold at three common observation points.</a:t>
            </a:r>
          </a:p>
        </p:txBody>
      </p:sp>
      <p:sp>
        <p:nvSpPr>
          <p:cNvPr id="25" name="evidence">
            <a:extLst xmlns:a="http://schemas.openxmlformats.org/drawingml/2006/main">
              <a:ext uri="{FF2B5EF4-FFF2-40B4-BE49-F238E27FC236}">
                <a16:creationId xmlns:a16="http://schemas.microsoft.com/office/drawing/2014/main" id="{6B5AE229-DD0A-41F5-97E8-DF5CC5AEC89F}"/>
              </a:ext>
            </a:extLst>
          </p:cNvPr>
          <p:cNvSpPr>
            <a:spLocks xmlns:a="http://schemas.openxmlformats.org/drawingml/2006/main" noGrp="1"/>
          </p:cNvSpPr>
          <p:nvPr/>
        </p:nvSpPr>
        <p:spPr>
          <a:xfrm xmlns:a="http://schemas.openxmlformats.org/drawingml/2006/main">
            <a:off x="10374000" y="2503200"/>
            <a:ext cx="4242000" cy="4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52" b="1">
                <a:solidFill>
                  <a:srgbClr val="087F8C"/>
                </a:solidFill>
                <a:latin typeface="Arial"/>
                <a:ea typeface="Arial"/>
                <a:cs typeface="Arial"/>
              </a:defRPr>
            </a:defPPr>
            <a:lvl1pPr>
              <a:defRPr sz="1852" b="1">
                <a:solidFill>
                  <a:srgbClr val="087F8C"/>
                </a:solidFill>
                <a:latin typeface="Arial"/>
                <a:ea typeface="Arial"/>
                <a:cs typeface="Arial"/>
              </a:defRPr>
            </a:lvl1pPr>
            <a:lvl2pPr>
              <a:defRPr sz="1852" b="1">
                <a:solidFill>
                  <a:srgbClr val="087F8C"/>
                </a:solidFill>
                <a:latin typeface="Arial"/>
                <a:ea typeface="Arial"/>
                <a:cs typeface="Arial"/>
              </a:defRPr>
            </a:lvl2pPr>
            <a:lvl3pPr>
              <a:defRPr sz="1852" b="1">
                <a:solidFill>
                  <a:srgbClr val="087F8C"/>
                </a:solidFill>
                <a:latin typeface="Arial"/>
                <a:ea typeface="Arial"/>
                <a:cs typeface="Arial"/>
              </a:defRPr>
            </a:lvl3pPr>
            <a:lvl4pPr>
              <a:defRPr sz="1852" b="1">
                <a:solidFill>
                  <a:srgbClr val="087F8C"/>
                </a:solidFill>
                <a:latin typeface="Arial"/>
                <a:ea typeface="Arial"/>
                <a:cs typeface="Arial"/>
              </a:defRPr>
            </a:lvl4pPr>
            <a:lvl5pPr>
              <a:defRPr sz="1852" b="1">
                <a:solidFill>
                  <a:srgbClr val="087F8C"/>
                </a:solidFill>
                <a:latin typeface="Arial"/>
                <a:ea typeface="Arial"/>
                <a:cs typeface="Arial"/>
              </a:defRPr>
            </a:lvl5pPr>
            <a:lvl6pPr>
              <a:defRPr sz="1852" b="1">
                <a:solidFill>
                  <a:srgbClr val="087F8C"/>
                </a:solidFill>
                <a:latin typeface="Arial"/>
                <a:ea typeface="Arial"/>
                <a:cs typeface="Arial"/>
              </a:defRPr>
            </a:lvl6pPr>
            <a:lvl7pPr>
              <a:defRPr sz="1852" b="1">
                <a:solidFill>
                  <a:srgbClr val="087F8C"/>
                </a:solidFill>
                <a:latin typeface="Arial"/>
                <a:ea typeface="Arial"/>
                <a:cs typeface="Arial"/>
              </a:defRPr>
            </a:lvl7pPr>
            <a:lvl8pPr>
              <a:defRPr sz="1852" b="1">
                <a:solidFill>
                  <a:srgbClr val="087F8C"/>
                </a:solidFill>
                <a:latin typeface="Arial"/>
                <a:ea typeface="Arial"/>
                <a:cs typeface="Arial"/>
              </a:defRPr>
            </a:lvl8pPr>
            <a:lvl9pPr>
              <a:defRPr sz="1852" b="1">
                <a:solidFill>
                  <a:srgbClr val="087F8C"/>
                </a:solidFill>
                <a:latin typeface="Arial"/>
                <a:ea typeface="Arial"/>
                <a:cs typeface="Arial"/>
              </a:defRPr>
            </a:lvl9pPr>
          </a:lstStyle>
          <a:p xmlns:a="http://schemas.openxmlformats.org/drawingml/2006/main">
            <a:pPr>
              <a:defRPr sz="1852" b="1">
                <a:solidFill>
                  <a:srgbClr val="087F8C"/>
                </a:solidFill>
                <a:latin typeface="Arial"/>
                <a:ea typeface="Arial"/>
                <a:cs typeface="Arial"/>
              </a:defRPr>
            </a:pPr>
            <a:r>
              <a:rPr sz="1852" b="1">
                <a:solidFill>
                  <a:srgbClr val="087F8C"/>
                </a:solidFill>
                <a:latin typeface="Arial"/>
                <a:ea typeface="Arial"/>
                <a:cs typeface="Arial"/>
              </a:rPr>
              <a:t>Stress-range coverage</a:t>
            </a:r>
          </a:p>
        </p:txBody>
      </p:sp>
      <p:sp>
        <p:nvSpPr>
          <p:cNvPr id="26" name="">
            <a:extLst xmlns:a="http://schemas.openxmlformats.org/drawingml/2006/main">
              <a:ext uri="{FF2B5EF4-FFF2-40B4-BE49-F238E27FC236}">
                <a16:creationId xmlns:a16="http://schemas.microsoft.com/office/drawing/2014/main" id="{A253A422-00A6-45CE-9EA0-A96FAD67E07E}"/>
              </a:ext>
            </a:extLst>
          </p:cNvPr>
          <p:cNvSpPr>
            <a:spLocks xmlns:a="http://schemas.openxmlformats.org/drawingml/2006/main" noGrp="1"/>
          </p:cNvSpPr>
          <p:nvPr/>
        </p:nvSpPr>
        <p:spPr>
          <a:xfrm xmlns:a="http://schemas.openxmlformats.org/drawingml/2006/main">
            <a:off x="10374000" y="2906400"/>
            <a:ext cx="4242000" cy="0"/>
          </a:xfrm>
          <a:prstGeom xmlns:a="http://schemas.openxmlformats.org/drawingml/2006/main" prst="line">
            <a:avLst/>
          </a:prstGeom>
          <a:ln xmlns:a="http://schemas.openxmlformats.org/drawingml/2006/main" w="10080">
            <a:solidFill>
              <a:srgbClr val="D8E0E6"/>
            </a:solidFill>
          </a:ln>
        </p:spPr>
      </p:sp>
      <p:sp>
        <p:nvSpPr>
          <p:cNvPr id="27" name="evidence-body">
            <a:extLst xmlns:a="http://schemas.openxmlformats.org/drawingml/2006/main">
              <a:ext uri="{FF2B5EF4-FFF2-40B4-BE49-F238E27FC236}">
                <a16:creationId xmlns:a16="http://schemas.microsoft.com/office/drawing/2014/main" id="{D3E81341-9596-45FB-9CEC-1A5DB3D495E2}"/>
              </a:ext>
            </a:extLst>
          </p:cNvPr>
          <p:cNvSpPr>
            <a:spLocks xmlns:a="http://schemas.openxmlformats.org/drawingml/2006/main" noGrp="1"/>
          </p:cNvSpPr>
          <p:nvPr/>
        </p:nvSpPr>
        <p:spPr>
          <a:xfrm xmlns:a="http://schemas.openxmlformats.org/drawingml/2006/main">
            <a:off x="10374000" y="3040800"/>
            <a:ext cx="4242000" cy="172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87" b="0">
                <a:solidFill>
                  <a:srgbClr val="243746"/>
                </a:solidFill>
                <a:latin typeface="Arial"/>
                <a:ea typeface="Arial"/>
                <a:cs typeface="Arial"/>
              </a:defRPr>
            </a:defPPr>
            <a:lvl1pPr>
              <a:defRPr sz="1587" b="0">
                <a:solidFill>
                  <a:srgbClr val="243746"/>
                </a:solidFill>
                <a:latin typeface="Arial"/>
                <a:ea typeface="Arial"/>
                <a:cs typeface="Arial"/>
              </a:defRPr>
            </a:lvl1pPr>
            <a:lvl2pPr>
              <a:defRPr sz="1587" b="0">
                <a:solidFill>
                  <a:srgbClr val="243746"/>
                </a:solidFill>
                <a:latin typeface="Arial"/>
                <a:ea typeface="Arial"/>
                <a:cs typeface="Arial"/>
              </a:defRPr>
            </a:lvl2pPr>
            <a:lvl3pPr>
              <a:defRPr sz="1587" b="0">
                <a:solidFill>
                  <a:srgbClr val="243746"/>
                </a:solidFill>
                <a:latin typeface="Arial"/>
                <a:ea typeface="Arial"/>
                <a:cs typeface="Arial"/>
              </a:defRPr>
            </a:lvl3pPr>
            <a:lvl4pPr>
              <a:defRPr sz="1587" b="0">
                <a:solidFill>
                  <a:srgbClr val="243746"/>
                </a:solidFill>
                <a:latin typeface="Arial"/>
                <a:ea typeface="Arial"/>
                <a:cs typeface="Arial"/>
              </a:defRPr>
            </a:lvl4pPr>
            <a:lvl5pPr>
              <a:defRPr sz="1587" b="0">
                <a:solidFill>
                  <a:srgbClr val="243746"/>
                </a:solidFill>
                <a:latin typeface="Arial"/>
                <a:ea typeface="Arial"/>
                <a:cs typeface="Arial"/>
              </a:defRPr>
            </a:lvl5pPr>
            <a:lvl6pPr>
              <a:defRPr sz="1587" b="0">
                <a:solidFill>
                  <a:srgbClr val="243746"/>
                </a:solidFill>
                <a:latin typeface="Arial"/>
                <a:ea typeface="Arial"/>
                <a:cs typeface="Arial"/>
              </a:defRPr>
            </a:lvl6pPr>
            <a:lvl7pPr>
              <a:defRPr sz="1587" b="0">
                <a:solidFill>
                  <a:srgbClr val="243746"/>
                </a:solidFill>
                <a:latin typeface="Arial"/>
                <a:ea typeface="Arial"/>
                <a:cs typeface="Arial"/>
              </a:defRPr>
            </a:lvl7pPr>
            <a:lvl8pPr>
              <a:defRPr sz="1587" b="0">
                <a:solidFill>
                  <a:srgbClr val="243746"/>
                </a:solidFill>
                <a:latin typeface="Arial"/>
                <a:ea typeface="Arial"/>
                <a:cs typeface="Arial"/>
              </a:defRPr>
            </a:lvl8pPr>
            <a:lvl9pPr>
              <a:defRPr sz="1587" b="0">
                <a:solidFill>
                  <a:srgbClr val="243746"/>
                </a:solidFill>
                <a:latin typeface="Arial"/>
                <a:ea typeface="Arial"/>
                <a:cs typeface="Arial"/>
              </a:defRPr>
            </a:lvl9pPr>
          </a:lstStyle>
          <a:p xmlns:a="http://schemas.openxmlformats.org/drawingml/2006/main">
            <a:pPr>
              <a:defRPr sz="1587" b="0">
                <a:solidFill>
                  <a:srgbClr val="243746"/>
                </a:solidFill>
                <a:latin typeface="Arial"/>
                <a:ea typeface="Arial"/>
                <a:cs typeface="Arial"/>
              </a:defRPr>
            </a:pPr>
            <a:r>
              <a:rPr sz="1587" b="0">
                <a:solidFill>
                  <a:srgbClr val="243746"/>
                </a:solidFill>
                <a:latin typeface="Arial"/>
                <a:ea typeface="Arial"/>
                <a:cs typeface="Arial"/>
              </a:rPr>
              <a:t>Nominal sections cover all saved observation coordinates.</a:t>
            </a:r>
          </a:p>
          <a:p xmlns:a="http://schemas.openxmlformats.org/drawingml/2006/main">
            <a:pPr>
              <a:defRPr sz="1587" b="0">
                <a:solidFill>
                  <a:srgbClr val="243746"/>
                </a:solidFill>
                <a:latin typeface="Arial"/>
                <a:ea typeface="Arial"/>
                <a:cs typeface="Arial"/>
              </a:defRPr>
            </a:pPr>
            <a:r>
              <a:t/>
            </a:r>
          </a:p>
          <a:p xmlns:a="http://schemas.openxmlformats.org/drawingml/2006/main">
            <a:pPr>
              <a:defRPr sz="1587" b="0">
                <a:solidFill>
                  <a:srgbClr val="243746"/>
                </a:solidFill>
                <a:latin typeface="Arial"/>
                <a:ea typeface="Arial"/>
                <a:cs typeface="Arial"/>
              </a:defRPr>
            </a:pPr>
            <a:r>
              <a:rPr sz="1587" b="0">
                <a:solidFill>
                  <a:srgbClr val="243746"/>
                </a:solidFill>
                <a:latin typeface="Arial"/>
                <a:ea typeface="Arial"/>
                <a:cs typeface="Arial"/>
              </a:rPr>
              <a:t>Recorded stress ranges reach at least 98.53% of the interior field-range upper bound. This measures range-to-bound coverage.</a:t>
            </a:r>
          </a:p>
        </p:txBody>
      </p:sp>
      <p:sp>
        <p:nvSpPr>
          <p:cNvPr id="28" name="section">
            <a:extLst xmlns:a="http://schemas.openxmlformats.org/drawingml/2006/main">
              <a:ext uri="{FF2B5EF4-FFF2-40B4-BE49-F238E27FC236}">
                <a16:creationId xmlns:a16="http://schemas.microsoft.com/office/drawing/2014/main" id="{4A5E719C-06BA-41DC-8D99-4A0976508865}"/>
              </a:ext>
            </a:extLst>
          </p:cNvPr>
          <p:cNvSpPr>
            <a:spLocks xmlns:a="http://schemas.openxmlformats.org/drawingml/2006/main" noGrp="1"/>
          </p:cNvSpPr>
          <p:nvPr/>
        </p:nvSpPr>
        <p:spPr>
          <a:xfrm xmlns:a="http://schemas.openxmlformats.org/drawingml/2006/main">
            <a:off x="10374000" y="5023200"/>
            <a:ext cx="4242000" cy="4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52" b="1">
                <a:solidFill>
                  <a:srgbClr val="087F8C"/>
                </a:solidFill>
                <a:latin typeface="Arial"/>
                <a:ea typeface="Arial"/>
                <a:cs typeface="Arial"/>
              </a:defRPr>
            </a:defPPr>
            <a:lvl1pPr>
              <a:defRPr sz="1852" b="1">
                <a:solidFill>
                  <a:srgbClr val="087F8C"/>
                </a:solidFill>
                <a:latin typeface="Arial"/>
                <a:ea typeface="Arial"/>
                <a:cs typeface="Arial"/>
              </a:defRPr>
            </a:lvl1pPr>
            <a:lvl2pPr>
              <a:defRPr sz="1852" b="1">
                <a:solidFill>
                  <a:srgbClr val="087F8C"/>
                </a:solidFill>
                <a:latin typeface="Arial"/>
                <a:ea typeface="Arial"/>
                <a:cs typeface="Arial"/>
              </a:defRPr>
            </a:lvl2pPr>
            <a:lvl3pPr>
              <a:defRPr sz="1852" b="1">
                <a:solidFill>
                  <a:srgbClr val="087F8C"/>
                </a:solidFill>
                <a:latin typeface="Arial"/>
                <a:ea typeface="Arial"/>
                <a:cs typeface="Arial"/>
              </a:defRPr>
            </a:lvl3pPr>
            <a:lvl4pPr>
              <a:defRPr sz="1852" b="1">
                <a:solidFill>
                  <a:srgbClr val="087F8C"/>
                </a:solidFill>
                <a:latin typeface="Arial"/>
                <a:ea typeface="Arial"/>
                <a:cs typeface="Arial"/>
              </a:defRPr>
            </a:lvl4pPr>
            <a:lvl5pPr>
              <a:defRPr sz="1852" b="1">
                <a:solidFill>
                  <a:srgbClr val="087F8C"/>
                </a:solidFill>
                <a:latin typeface="Arial"/>
                <a:ea typeface="Arial"/>
                <a:cs typeface="Arial"/>
              </a:defRPr>
            </a:lvl5pPr>
            <a:lvl6pPr>
              <a:defRPr sz="1852" b="1">
                <a:solidFill>
                  <a:srgbClr val="087F8C"/>
                </a:solidFill>
                <a:latin typeface="Arial"/>
                <a:ea typeface="Arial"/>
                <a:cs typeface="Arial"/>
              </a:defRPr>
            </a:lvl6pPr>
            <a:lvl7pPr>
              <a:defRPr sz="1852" b="1">
                <a:solidFill>
                  <a:srgbClr val="087F8C"/>
                </a:solidFill>
                <a:latin typeface="Arial"/>
                <a:ea typeface="Arial"/>
                <a:cs typeface="Arial"/>
              </a:defRPr>
            </a:lvl7pPr>
            <a:lvl8pPr>
              <a:defRPr sz="1852" b="1">
                <a:solidFill>
                  <a:srgbClr val="087F8C"/>
                </a:solidFill>
                <a:latin typeface="Arial"/>
                <a:ea typeface="Arial"/>
                <a:cs typeface="Arial"/>
              </a:defRPr>
            </a:lvl8pPr>
            <a:lvl9pPr>
              <a:defRPr sz="1852" b="1">
                <a:solidFill>
                  <a:srgbClr val="087F8C"/>
                </a:solidFill>
                <a:latin typeface="Arial"/>
                <a:ea typeface="Arial"/>
                <a:cs typeface="Arial"/>
              </a:defRPr>
            </a:lvl9pPr>
          </a:lstStyle>
          <a:p xmlns:a="http://schemas.openxmlformats.org/drawingml/2006/main">
            <a:pPr>
              <a:defRPr sz="1852" b="1">
                <a:solidFill>
                  <a:srgbClr val="087F8C"/>
                </a:solidFill>
                <a:latin typeface="Arial"/>
                <a:ea typeface="Arial"/>
                <a:cs typeface="Arial"/>
              </a:defRPr>
            </a:pPr>
            <a:r>
              <a:rPr sz="1852" b="1">
                <a:solidFill>
                  <a:srgbClr val="087F8C"/>
                </a:solidFill>
                <a:latin typeface="Arial"/>
                <a:ea typeface="Arial"/>
                <a:cs typeface="Arial"/>
              </a:rPr>
              <a:t>Numerical checks</a:t>
            </a:r>
          </a:p>
        </p:txBody>
      </p:sp>
      <p:sp>
        <p:nvSpPr>
          <p:cNvPr id="29" name="">
            <a:extLst xmlns:a="http://schemas.openxmlformats.org/drawingml/2006/main">
              <a:ext uri="{FF2B5EF4-FFF2-40B4-BE49-F238E27FC236}">
                <a16:creationId xmlns:a16="http://schemas.microsoft.com/office/drawing/2014/main" id="{DF6B0DED-AA44-4E04-A54C-5BBC37A114AC}"/>
              </a:ext>
            </a:extLst>
          </p:cNvPr>
          <p:cNvSpPr>
            <a:spLocks xmlns:a="http://schemas.openxmlformats.org/drawingml/2006/main" noGrp="1"/>
          </p:cNvSpPr>
          <p:nvPr/>
        </p:nvSpPr>
        <p:spPr>
          <a:xfrm xmlns:a="http://schemas.openxmlformats.org/drawingml/2006/main">
            <a:off x="10374000" y="5426400"/>
            <a:ext cx="4242000" cy="0"/>
          </a:xfrm>
          <a:prstGeom xmlns:a="http://schemas.openxmlformats.org/drawingml/2006/main" prst="line">
            <a:avLst/>
          </a:prstGeom>
          <a:ln xmlns:a="http://schemas.openxmlformats.org/drawingml/2006/main" w="10080">
            <a:solidFill>
              <a:srgbClr val="D8E0E6"/>
            </a:solidFill>
          </a:ln>
        </p:spPr>
      </p:sp>
      <p:sp>
        <p:nvSpPr>
          <p:cNvPr id="30" name="section-body">
            <a:extLst xmlns:a="http://schemas.openxmlformats.org/drawingml/2006/main">
              <a:ext uri="{FF2B5EF4-FFF2-40B4-BE49-F238E27FC236}">
                <a16:creationId xmlns:a16="http://schemas.microsoft.com/office/drawing/2014/main" id="{1D07F996-2BAB-448C-8851-4F45D17AE242}"/>
              </a:ext>
            </a:extLst>
          </p:cNvPr>
          <p:cNvSpPr>
            <a:spLocks xmlns:a="http://schemas.openxmlformats.org/drawingml/2006/main" noGrp="1"/>
          </p:cNvSpPr>
          <p:nvPr/>
        </p:nvSpPr>
        <p:spPr>
          <a:xfrm xmlns:a="http://schemas.openxmlformats.org/drawingml/2006/main">
            <a:off x="10374000" y="5577600"/>
            <a:ext cx="4242000" cy="160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87" b="0">
                <a:solidFill>
                  <a:srgbClr val="243746"/>
                </a:solidFill>
                <a:latin typeface="Arial"/>
                <a:ea typeface="Arial"/>
                <a:cs typeface="Arial"/>
              </a:defRPr>
            </a:defPPr>
            <a:lvl1pPr>
              <a:defRPr sz="1587" b="0">
                <a:solidFill>
                  <a:srgbClr val="243746"/>
                </a:solidFill>
                <a:latin typeface="Arial"/>
                <a:ea typeface="Arial"/>
                <a:cs typeface="Arial"/>
              </a:defRPr>
            </a:lvl1pPr>
            <a:lvl2pPr>
              <a:defRPr sz="1587" b="0">
                <a:solidFill>
                  <a:srgbClr val="243746"/>
                </a:solidFill>
                <a:latin typeface="Arial"/>
                <a:ea typeface="Arial"/>
                <a:cs typeface="Arial"/>
              </a:defRPr>
            </a:lvl2pPr>
            <a:lvl3pPr>
              <a:defRPr sz="1587" b="0">
                <a:solidFill>
                  <a:srgbClr val="243746"/>
                </a:solidFill>
                <a:latin typeface="Arial"/>
                <a:ea typeface="Arial"/>
                <a:cs typeface="Arial"/>
              </a:defRPr>
            </a:lvl3pPr>
            <a:lvl4pPr>
              <a:defRPr sz="1587" b="0">
                <a:solidFill>
                  <a:srgbClr val="243746"/>
                </a:solidFill>
                <a:latin typeface="Arial"/>
                <a:ea typeface="Arial"/>
                <a:cs typeface="Arial"/>
              </a:defRPr>
            </a:lvl4pPr>
            <a:lvl5pPr>
              <a:defRPr sz="1587" b="0">
                <a:solidFill>
                  <a:srgbClr val="243746"/>
                </a:solidFill>
                <a:latin typeface="Arial"/>
                <a:ea typeface="Arial"/>
                <a:cs typeface="Arial"/>
              </a:defRPr>
            </a:lvl5pPr>
            <a:lvl6pPr>
              <a:defRPr sz="1587" b="0">
                <a:solidFill>
                  <a:srgbClr val="243746"/>
                </a:solidFill>
                <a:latin typeface="Arial"/>
                <a:ea typeface="Arial"/>
                <a:cs typeface="Arial"/>
              </a:defRPr>
            </a:lvl6pPr>
            <a:lvl7pPr>
              <a:defRPr sz="1587" b="0">
                <a:solidFill>
                  <a:srgbClr val="243746"/>
                </a:solidFill>
                <a:latin typeface="Arial"/>
                <a:ea typeface="Arial"/>
                <a:cs typeface="Arial"/>
              </a:defRPr>
            </a:lvl7pPr>
            <a:lvl8pPr>
              <a:defRPr sz="1587" b="0">
                <a:solidFill>
                  <a:srgbClr val="243746"/>
                </a:solidFill>
                <a:latin typeface="Arial"/>
                <a:ea typeface="Arial"/>
                <a:cs typeface="Arial"/>
              </a:defRPr>
            </a:lvl8pPr>
            <a:lvl9pPr>
              <a:defRPr sz="1587" b="0">
                <a:solidFill>
                  <a:srgbClr val="243746"/>
                </a:solidFill>
                <a:latin typeface="Arial"/>
                <a:ea typeface="Arial"/>
                <a:cs typeface="Arial"/>
              </a:defRPr>
            </a:lvl9pPr>
          </a:lstStyle>
          <a:p xmlns:a="http://schemas.openxmlformats.org/drawingml/2006/main">
            <a:pPr>
              <a:defRPr sz="1587" b="0">
                <a:solidFill>
                  <a:srgbClr val="243746"/>
                </a:solidFill>
                <a:latin typeface="Arial"/>
                <a:ea typeface="Arial"/>
                <a:cs typeface="Arial"/>
              </a:defRPr>
            </a:pPr>
            <a:r>
              <a:rPr sz="1587" b="0">
                <a:solidFill>
                  <a:srgbClr val="243746"/>
                </a:solidFill>
                <a:latin typeface="Arial"/>
                <a:ea typeface="Arial"/>
                <a:cs typeface="Arial"/>
              </a:rPr>
              <a:t>3,808 independent section-resultant checks and 23,680 cycle/parameter recomputations verify the implementation.</a:t>
            </a:r>
          </a:p>
          <a:p xmlns:a="http://schemas.openxmlformats.org/drawingml/2006/main">
            <a:pPr>
              <a:defRPr sz="1587" b="0">
                <a:solidFill>
                  <a:srgbClr val="243746"/>
                </a:solidFill>
                <a:latin typeface="Arial"/>
                <a:ea typeface="Arial"/>
                <a:cs typeface="Arial"/>
              </a:defRPr>
            </a:pPr>
            <a:r>
              <a:t/>
            </a:r>
          </a:p>
          <a:p xmlns:a="http://schemas.openxmlformats.org/drawingml/2006/main">
            <a:pPr>
              <a:defRPr sz="1587" b="0">
                <a:solidFill>
                  <a:srgbClr val="243746"/>
                </a:solidFill>
                <a:latin typeface="Arial"/>
                <a:ea typeface="Arial"/>
                <a:cs typeface="Arial"/>
              </a:defRPr>
            </a:pPr>
            <a:r>
              <a:rPr sz="1587" b="0">
                <a:solidFill>
                  <a:srgbClr val="243746"/>
                </a:solidFill>
                <a:latin typeface="Arial"/>
                <a:ea typeface="Arial"/>
                <a:cs typeface="Arial"/>
              </a:rPr>
              <a:t>The maximum relative error in recalculating damage is 8.6 × 10⁻¹⁵.</a:t>
            </a:r>
          </a:p>
        </p:txBody>
      </p:sp>
      <p:sp>
        <p:nvSpPr>
          <p:cNvPr id="31" name="interpretation">
            <a:extLst xmlns:a="http://schemas.openxmlformats.org/drawingml/2006/main">
              <a:ext uri="{FF2B5EF4-FFF2-40B4-BE49-F238E27FC236}">
                <a16:creationId xmlns:a16="http://schemas.microsoft.com/office/drawing/2014/main" id="{89E46074-24F0-4BC0-9D95-2FC759DE39C3}"/>
              </a:ext>
            </a:extLst>
          </p:cNvPr>
          <p:cNvSpPr>
            <a:spLocks xmlns:a="http://schemas.openxmlformats.org/drawingml/2006/main" noGrp="1"/>
          </p:cNvSpPr>
          <p:nvPr/>
        </p:nvSpPr>
        <p:spPr>
          <a:xfrm xmlns:a="http://schemas.openxmlformats.org/drawingml/2006/main">
            <a:off x="10374000" y="7425600"/>
            <a:ext cx="4242000" cy="4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52" b="1">
                <a:solidFill>
                  <a:srgbClr val="087F8C"/>
                </a:solidFill>
                <a:latin typeface="Arial"/>
                <a:ea typeface="Arial"/>
                <a:cs typeface="Arial"/>
              </a:defRPr>
            </a:defPPr>
            <a:lvl1pPr>
              <a:defRPr sz="1852" b="1">
                <a:solidFill>
                  <a:srgbClr val="087F8C"/>
                </a:solidFill>
                <a:latin typeface="Arial"/>
                <a:ea typeface="Arial"/>
                <a:cs typeface="Arial"/>
              </a:defRPr>
            </a:lvl1pPr>
            <a:lvl2pPr>
              <a:defRPr sz="1852" b="1">
                <a:solidFill>
                  <a:srgbClr val="087F8C"/>
                </a:solidFill>
                <a:latin typeface="Arial"/>
                <a:ea typeface="Arial"/>
                <a:cs typeface="Arial"/>
              </a:defRPr>
            </a:lvl2pPr>
            <a:lvl3pPr>
              <a:defRPr sz="1852" b="1">
                <a:solidFill>
                  <a:srgbClr val="087F8C"/>
                </a:solidFill>
                <a:latin typeface="Arial"/>
                <a:ea typeface="Arial"/>
                <a:cs typeface="Arial"/>
              </a:defRPr>
            </a:lvl3pPr>
            <a:lvl4pPr>
              <a:defRPr sz="1852" b="1">
                <a:solidFill>
                  <a:srgbClr val="087F8C"/>
                </a:solidFill>
                <a:latin typeface="Arial"/>
                <a:ea typeface="Arial"/>
                <a:cs typeface="Arial"/>
              </a:defRPr>
            </a:lvl4pPr>
            <a:lvl5pPr>
              <a:defRPr sz="1852" b="1">
                <a:solidFill>
                  <a:srgbClr val="087F8C"/>
                </a:solidFill>
                <a:latin typeface="Arial"/>
                <a:ea typeface="Arial"/>
                <a:cs typeface="Arial"/>
              </a:defRPr>
            </a:lvl5pPr>
            <a:lvl6pPr>
              <a:defRPr sz="1852" b="1">
                <a:solidFill>
                  <a:srgbClr val="087F8C"/>
                </a:solidFill>
                <a:latin typeface="Arial"/>
                <a:ea typeface="Arial"/>
                <a:cs typeface="Arial"/>
              </a:defRPr>
            </a:lvl6pPr>
            <a:lvl7pPr>
              <a:defRPr sz="1852" b="1">
                <a:solidFill>
                  <a:srgbClr val="087F8C"/>
                </a:solidFill>
                <a:latin typeface="Arial"/>
                <a:ea typeface="Arial"/>
                <a:cs typeface="Arial"/>
              </a:defRPr>
            </a:lvl7pPr>
            <a:lvl8pPr>
              <a:defRPr sz="1852" b="1">
                <a:solidFill>
                  <a:srgbClr val="087F8C"/>
                </a:solidFill>
                <a:latin typeface="Arial"/>
                <a:ea typeface="Arial"/>
                <a:cs typeface="Arial"/>
              </a:defRPr>
            </a:lvl8pPr>
            <a:lvl9pPr>
              <a:defRPr sz="1852" b="1">
                <a:solidFill>
                  <a:srgbClr val="087F8C"/>
                </a:solidFill>
                <a:latin typeface="Arial"/>
                <a:ea typeface="Arial"/>
                <a:cs typeface="Arial"/>
              </a:defRPr>
            </a:lvl9pPr>
          </a:lstStyle>
          <a:p xmlns:a="http://schemas.openxmlformats.org/drawingml/2006/main">
            <a:pPr>
              <a:defRPr sz="1852" b="1">
                <a:solidFill>
                  <a:srgbClr val="087F8C"/>
                </a:solidFill>
                <a:latin typeface="Arial"/>
                <a:ea typeface="Arial"/>
                <a:cs typeface="Arial"/>
              </a:defRPr>
            </a:pPr>
            <a:r>
              <a:rPr sz="1852" b="1">
                <a:solidFill>
                  <a:srgbClr val="087F8C"/>
                </a:solidFill>
                <a:latin typeface="Arial"/>
                <a:ea typeface="Arial"/>
                <a:cs typeface="Arial"/>
              </a:rPr>
              <a:t>Fatigue interpretation</a:t>
            </a:r>
          </a:p>
        </p:txBody>
      </p:sp>
      <p:sp>
        <p:nvSpPr>
          <p:cNvPr id="32" name="">
            <a:extLst xmlns:a="http://schemas.openxmlformats.org/drawingml/2006/main">
              <a:ext uri="{FF2B5EF4-FFF2-40B4-BE49-F238E27FC236}">
                <a16:creationId xmlns:a16="http://schemas.microsoft.com/office/drawing/2014/main" id="{3D09BBA3-1751-422C-96D4-FEE2A75E4564}"/>
              </a:ext>
            </a:extLst>
          </p:cNvPr>
          <p:cNvSpPr>
            <a:spLocks xmlns:a="http://schemas.openxmlformats.org/drawingml/2006/main" noGrp="1"/>
          </p:cNvSpPr>
          <p:nvPr/>
        </p:nvSpPr>
        <p:spPr>
          <a:xfrm xmlns:a="http://schemas.openxmlformats.org/drawingml/2006/main">
            <a:off x="10374000" y="7828800"/>
            <a:ext cx="4242000" cy="0"/>
          </a:xfrm>
          <a:prstGeom xmlns:a="http://schemas.openxmlformats.org/drawingml/2006/main" prst="line">
            <a:avLst/>
          </a:prstGeom>
          <a:ln xmlns:a="http://schemas.openxmlformats.org/drawingml/2006/main" w="10080">
            <a:solidFill>
              <a:srgbClr val="D8E0E6"/>
            </a:solidFill>
          </a:ln>
        </p:spPr>
      </p:sp>
      <p:sp>
        <p:nvSpPr>
          <p:cNvPr id="33" name="interpretation-body">
            <a:extLst xmlns:a="http://schemas.openxmlformats.org/drawingml/2006/main">
              <a:ext uri="{FF2B5EF4-FFF2-40B4-BE49-F238E27FC236}">
                <a16:creationId xmlns:a16="http://schemas.microsoft.com/office/drawing/2014/main" id="{ED54C741-D5B2-4CA0-A8B6-29C1370EA4EC}"/>
              </a:ext>
            </a:extLst>
          </p:cNvPr>
          <p:cNvSpPr>
            <a:spLocks xmlns:a="http://schemas.openxmlformats.org/drawingml/2006/main" noGrp="1"/>
          </p:cNvSpPr>
          <p:nvPr/>
        </p:nvSpPr>
        <p:spPr>
          <a:xfrm xmlns:a="http://schemas.openxmlformats.org/drawingml/2006/main">
            <a:off x="10374000" y="7980000"/>
            <a:ext cx="4242000" cy="173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21" b="0">
                <a:solidFill>
                  <a:srgbClr val="243746"/>
                </a:solidFill>
                <a:latin typeface="Arial"/>
                <a:ea typeface="Arial"/>
                <a:cs typeface="Arial"/>
              </a:defRPr>
            </a:defPPr>
            <a:lvl1pPr>
              <a:defRPr sz="1521" b="0">
                <a:solidFill>
                  <a:srgbClr val="243746"/>
                </a:solidFill>
                <a:latin typeface="Arial"/>
                <a:ea typeface="Arial"/>
                <a:cs typeface="Arial"/>
              </a:defRPr>
            </a:lvl1pPr>
            <a:lvl2pPr>
              <a:defRPr sz="1521" b="0">
                <a:solidFill>
                  <a:srgbClr val="243746"/>
                </a:solidFill>
                <a:latin typeface="Arial"/>
                <a:ea typeface="Arial"/>
                <a:cs typeface="Arial"/>
              </a:defRPr>
            </a:lvl2pPr>
            <a:lvl3pPr>
              <a:defRPr sz="1521" b="0">
                <a:solidFill>
                  <a:srgbClr val="243746"/>
                </a:solidFill>
                <a:latin typeface="Arial"/>
                <a:ea typeface="Arial"/>
                <a:cs typeface="Arial"/>
              </a:defRPr>
            </a:lvl3pPr>
            <a:lvl4pPr>
              <a:defRPr sz="1521" b="0">
                <a:solidFill>
                  <a:srgbClr val="243746"/>
                </a:solidFill>
                <a:latin typeface="Arial"/>
                <a:ea typeface="Arial"/>
                <a:cs typeface="Arial"/>
              </a:defRPr>
            </a:lvl4pPr>
            <a:lvl5pPr>
              <a:defRPr sz="1521" b="0">
                <a:solidFill>
                  <a:srgbClr val="243746"/>
                </a:solidFill>
                <a:latin typeface="Arial"/>
                <a:ea typeface="Arial"/>
                <a:cs typeface="Arial"/>
              </a:defRPr>
            </a:lvl5pPr>
            <a:lvl6pPr>
              <a:defRPr sz="1521" b="0">
                <a:solidFill>
                  <a:srgbClr val="243746"/>
                </a:solidFill>
                <a:latin typeface="Arial"/>
                <a:ea typeface="Arial"/>
                <a:cs typeface="Arial"/>
              </a:defRPr>
            </a:lvl6pPr>
            <a:lvl7pPr>
              <a:defRPr sz="1521" b="0">
                <a:solidFill>
                  <a:srgbClr val="243746"/>
                </a:solidFill>
                <a:latin typeface="Arial"/>
                <a:ea typeface="Arial"/>
                <a:cs typeface="Arial"/>
              </a:defRPr>
            </a:lvl7pPr>
            <a:lvl8pPr>
              <a:defRPr sz="1521" b="0">
                <a:solidFill>
                  <a:srgbClr val="243746"/>
                </a:solidFill>
                <a:latin typeface="Arial"/>
                <a:ea typeface="Arial"/>
                <a:cs typeface="Arial"/>
              </a:defRPr>
            </a:lvl8pPr>
            <a:lvl9pPr>
              <a:defRPr sz="1521" b="0">
                <a:solidFill>
                  <a:srgbClr val="243746"/>
                </a:solidFill>
                <a:latin typeface="Arial"/>
                <a:ea typeface="Arial"/>
                <a:cs typeface="Arial"/>
              </a:defRPr>
            </a:lvl9pPr>
          </a:lstStyle>
          <a:p xmlns:a="http://schemas.openxmlformats.org/drawingml/2006/main">
            <a:pPr>
              <a:defRPr sz="1521" b="0">
                <a:solidFill>
                  <a:srgbClr val="243746"/>
                </a:solidFill>
                <a:latin typeface="Arial"/>
                <a:ea typeface="Arial"/>
                <a:cs typeface="Arial"/>
              </a:defRPr>
            </a:pPr>
            <a:r>
              <a:rPr sz="1521" b="0">
                <a:solidFill>
                  <a:srgbClr val="243746"/>
                </a:solidFill>
                <a:latin typeface="Arial"/>
                <a:ea typeface="Arial"/>
                <a:cs typeface="Arial"/>
              </a:rPr>
              <a:t>nᵢ: counted cycles</a:t>
            </a:r>
          </a:p>
          <a:p xmlns:a="http://schemas.openxmlformats.org/drawingml/2006/main">
            <a:pPr>
              <a:defRPr sz="1521" b="0">
                <a:solidFill>
                  <a:srgbClr val="243746"/>
                </a:solidFill>
                <a:latin typeface="Arial"/>
                <a:ea typeface="Arial"/>
                <a:cs typeface="Arial"/>
              </a:defRPr>
            </a:pPr>
            <a:r>
              <a:t>Nᵢ: cycles from the adopted S-N model</a:t>
            </a:r>
          </a:p>
          <a:p xmlns:a="http://schemas.openxmlformats.org/drawingml/2006/main">
            <a:pPr>
              <a:defRPr sz="1521" b="0">
                <a:solidFill>
                  <a:srgbClr val="243746"/>
                </a:solidFill>
                <a:latin typeface="Arial"/>
                <a:ea typeface="Arial"/>
                <a:cs typeface="Arial"/>
              </a:defRPr>
            </a:pPr>
            <a:r>
              <a:rPr sz="1521" b="0">
                <a:solidFill>
                  <a:srgbClr val="243746"/>
                </a:solidFill>
                <a:latin typeface="Arial"/>
                <a:ea typeface="Arial"/>
                <a:cs typeface="Arial"/>
              </a:rPr>
              <a:t/>
            </a:r>
          </a:p>
          <a:p xmlns:a="http://schemas.openxmlformats.org/drawingml/2006/main">
            <a:pPr>
              <a:defRPr sz="1521" b="0">
                <a:solidFill>
                  <a:srgbClr val="243746"/>
                </a:solidFill>
                <a:latin typeface="Arial"/>
                <a:ea typeface="Arial"/>
                <a:cs typeface="Arial"/>
              </a:defRPr>
            </a:pPr>
            <a:r>
              <a:rPr sz="1521" b="0">
                <a:solidFill>
                  <a:srgbClr val="243746"/>
                </a:solidFill>
                <a:latin typeface="Arial"/>
                <a:ea typeface="Arial"/>
                <a:cs typeface="Arial"/>
              </a:rPr>
              <a:t>Controlling damage uses S-N continuation beyond two million cycles. Small-cycle treatment affects comparisons. Tensile exceedance remains a separate outcome.</a:t>
            </a:r>
          </a:p>
        </p:txBody>
      </p:sp>
      <p:sp>
        <p:nvSpPr>
          <p:cNvPr id="34" name="">
            <a:extLst xmlns:a="http://schemas.openxmlformats.org/drawingml/2006/main">
              <a:ext uri="{FF2B5EF4-FFF2-40B4-BE49-F238E27FC236}">
                <a16:creationId xmlns:a16="http://schemas.microsoft.com/office/drawing/2014/main" id="{B1A1EE30-C72D-4166-8504-9683C2F2FE80}"/>
              </a:ext>
            </a:extLst>
          </p:cNvPr>
          <p:cNvSpPr>
            <a:spLocks xmlns:a="http://schemas.openxmlformats.org/drawingml/2006/main" noGrp="1"/>
          </p:cNvSpPr>
          <p:nvPr/>
        </p:nvSpPr>
        <p:spPr>
          <a:xfrm xmlns:a="http://schemas.openxmlformats.org/drawingml/2006/main">
            <a:off x="504000" y="9996000"/>
            <a:ext cx="14112000" cy="0"/>
          </a:xfrm>
          <a:prstGeom xmlns:a="http://schemas.openxmlformats.org/drawingml/2006/main" prst="line">
            <a:avLst/>
          </a:prstGeom>
          <a:ln xmlns:a="http://schemas.openxmlformats.org/drawingml/2006/main" w="10080">
            <a:solidFill>
              <a:srgbClr val="D8E0E6"/>
            </a:solidFill>
          </a:ln>
        </p:spPr>
      </p:sp>
      <p:sp>
        <p:nvSpPr>
          <p:cNvPr id="35" name="ownership">
            <a:extLst xmlns:a="http://schemas.openxmlformats.org/drawingml/2006/main">
              <a:ext uri="{FF2B5EF4-FFF2-40B4-BE49-F238E27FC236}">
                <a16:creationId xmlns:a16="http://schemas.microsoft.com/office/drawing/2014/main" id="{D373DE15-49A1-4483-BE67-F96C4C1CEB83}"/>
              </a:ext>
            </a:extLst>
          </p:cNvPr>
          <p:cNvSpPr>
            <a:spLocks xmlns:a="http://schemas.openxmlformats.org/drawingml/2006/main" noGrp="1"/>
          </p:cNvSpPr>
          <p:nvPr/>
        </p:nvSpPr>
        <p:spPr>
          <a:xfrm xmlns:a="http://schemas.openxmlformats.org/drawingml/2006/main">
            <a:off x="504000" y="10180800"/>
            <a:ext cx="14112000" cy="26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57" b="0">
                <a:solidFill>
                  <a:srgbClr val="243746"/>
                </a:solidFill>
                <a:latin typeface="Arial"/>
                <a:ea typeface="Arial"/>
                <a:cs typeface="Arial"/>
              </a:defRPr>
            </a:defPPr>
            <a:lvl1pPr>
              <a:defRPr sz="1257" b="0">
                <a:solidFill>
                  <a:srgbClr val="243746"/>
                </a:solidFill>
                <a:latin typeface="Arial"/>
                <a:ea typeface="Arial"/>
                <a:cs typeface="Arial"/>
              </a:defRPr>
            </a:lvl1pPr>
            <a:lvl2pPr>
              <a:defRPr sz="1257" b="0">
                <a:solidFill>
                  <a:srgbClr val="243746"/>
                </a:solidFill>
                <a:latin typeface="Arial"/>
                <a:ea typeface="Arial"/>
                <a:cs typeface="Arial"/>
              </a:defRPr>
            </a:lvl2pPr>
            <a:lvl3pPr>
              <a:defRPr sz="1257" b="0">
                <a:solidFill>
                  <a:srgbClr val="243746"/>
                </a:solidFill>
                <a:latin typeface="Arial"/>
                <a:ea typeface="Arial"/>
                <a:cs typeface="Arial"/>
              </a:defRPr>
            </a:lvl3pPr>
            <a:lvl4pPr>
              <a:defRPr sz="1257" b="0">
                <a:solidFill>
                  <a:srgbClr val="243746"/>
                </a:solidFill>
                <a:latin typeface="Arial"/>
                <a:ea typeface="Arial"/>
                <a:cs typeface="Arial"/>
              </a:defRPr>
            </a:lvl4pPr>
            <a:lvl5pPr>
              <a:defRPr sz="1257" b="0">
                <a:solidFill>
                  <a:srgbClr val="243746"/>
                </a:solidFill>
                <a:latin typeface="Arial"/>
                <a:ea typeface="Arial"/>
                <a:cs typeface="Arial"/>
              </a:defRPr>
            </a:lvl5pPr>
            <a:lvl6pPr>
              <a:defRPr sz="1257" b="0">
                <a:solidFill>
                  <a:srgbClr val="243746"/>
                </a:solidFill>
                <a:latin typeface="Arial"/>
                <a:ea typeface="Arial"/>
                <a:cs typeface="Arial"/>
              </a:defRPr>
            </a:lvl6pPr>
            <a:lvl7pPr>
              <a:defRPr sz="1257" b="0">
                <a:solidFill>
                  <a:srgbClr val="243746"/>
                </a:solidFill>
                <a:latin typeface="Arial"/>
                <a:ea typeface="Arial"/>
                <a:cs typeface="Arial"/>
              </a:defRPr>
            </a:lvl7pPr>
            <a:lvl8pPr>
              <a:defRPr sz="1257" b="0">
                <a:solidFill>
                  <a:srgbClr val="243746"/>
                </a:solidFill>
                <a:latin typeface="Arial"/>
                <a:ea typeface="Arial"/>
                <a:cs typeface="Arial"/>
              </a:defRPr>
            </a:lvl8pPr>
            <a:lvl9pPr>
              <a:defRPr sz="1257" b="0">
                <a:solidFill>
                  <a:srgbClr val="243746"/>
                </a:solidFill>
                <a:latin typeface="Arial"/>
                <a:ea typeface="Arial"/>
                <a:cs typeface="Arial"/>
              </a:defRPr>
            </a:lvl9pPr>
          </a:lstStyle>
          <a:p xmlns:a="http://schemas.openxmlformats.org/drawingml/2006/main">
            <a:pPr>
              <a:defRPr sz="1257" b="0">
                <a:solidFill>
                  <a:srgbClr val="243746"/>
                </a:solidFill>
                <a:latin typeface="Arial"/>
                <a:ea typeface="Arial"/>
                <a:cs typeface="Arial"/>
              </a:defRPr>
            </a:pPr>
            <a:r>
              <a:rPr sz="1257" b="0">
                <a:solidFill>
                  <a:srgbClr val="243746"/>
                </a:solidFill>
                <a:latin typeface="Arial"/>
                <a:ea typeface="Arial"/>
                <a:cs typeface="Arial"/>
              </a:rPr>
              <a:t>Individual work: model reconstruction, implementation, verification, simulation review and documentation. Professor Kai-Chun Chang supplied the bridge drawings.</a:t>
            </a:r>
          </a:p>
        </p:txBody>
      </p:sp>
      <p:sp>
        <p:nvSpPr>
          <p:cNvPr id="36" name="scope">
            <a:extLst xmlns:a="http://schemas.openxmlformats.org/drawingml/2006/main">
              <a:ext uri="{FF2B5EF4-FFF2-40B4-BE49-F238E27FC236}">
                <a16:creationId xmlns:a16="http://schemas.microsoft.com/office/drawing/2014/main" id="{05499B93-A2C8-4629-BA3B-08488554D6EB}"/>
              </a:ext>
            </a:extLst>
          </p:cNvPr>
          <p:cNvSpPr>
            <a:spLocks xmlns:a="http://schemas.openxmlformats.org/drawingml/2006/main" noGrp="1"/>
          </p:cNvSpPr>
          <p:nvPr/>
        </p:nvSpPr>
        <p:spPr>
          <a:xfrm xmlns:a="http://schemas.openxmlformats.org/drawingml/2006/main">
            <a:off x="504000" y="10458000"/>
            <a:ext cx="14112000" cy="21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91" b="0">
                <a:solidFill>
                  <a:srgbClr val="5D6B78"/>
                </a:solidFill>
                <a:latin typeface="Arial"/>
                <a:ea typeface="Arial"/>
                <a:cs typeface="Arial"/>
              </a:defRPr>
            </a:defPPr>
            <a:lvl1pPr>
              <a:defRPr sz="1191" b="0">
                <a:solidFill>
                  <a:srgbClr val="5D6B78"/>
                </a:solidFill>
                <a:latin typeface="Arial"/>
                <a:ea typeface="Arial"/>
                <a:cs typeface="Arial"/>
              </a:defRPr>
            </a:lvl1pPr>
            <a:lvl2pPr>
              <a:defRPr sz="1191" b="0">
                <a:solidFill>
                  <a:srgbClr val="5D6B78"/>
                </a:solidFill>
                <a:latin typeface="Arial"/>
                <a:ea typeface="Arial"/>
                <a:cs typeface="Arial"/>
              </a:defRPr>
            </a:lvl2pPr>
            <a:lvl3pPr>
              <a:defRPr sz="1191" b="0">
                <a:solidFill>
                  <a:srgbClr val="5D6B78"/>
                </a:solidFill>
                <a:latin typeface="Arial"/>
                <a:ea typeface="Arial"/>
                <a:cs typeface="Arial"/>
              </a:defRPr>
            </a:lvl3pPr>
            <a:lvl4pPr>
              <a:defRPr sz="1191" b="0">
                <a:solidFill>
                  <a:srgbClr val="5D6B78"/>
                </a:solidFill>
                <a:latin typeface="Arial"/>
                <a:ea typeface="Arial"/>
                <a:cs typeface="Arial"/>
              </a:defRPr>
            </a:lvl4pPr>
            <a:lvl5pPr>
              <a:defRPr sz="1191" b="0">
                <a:solidFill>
                  <a:srgbClr val="5D6B78"/>
                </a:solidFill>
                <a:latin typeface="Arial"/>
                <a:ea typeface="Arial"/>
                <a:cs typeface="Arial"/>
              </a:defRPr>
            </a:lvl5pPr>
            <a:lvl6pPr>
              <a:defRPr sz="1191" b="0">
                <a:solidFill>
                  <a:srgbClr val="5D6B78"/>
                </a:solidFill>
                <a:latin typeface="Arial"/>
                <a:ea typeface="Arial"/>
                <a:cs typeface="Arial"/>
              </a:defRPr>
            </a:lvl6pPr>
            <a:lvl7pPr>
              <a:defRPr sz="1191" b="0">
                <a:solidFill>
                  <a:srgbClr val="5D6B78"/>
                </a:solidFill>
                <a:latin typeface="Arial"/>
                <a:ea typeface="Arial"/>
                <a:cs typeface="Arial"/>
              </a:defRPr>
            </a:lvl7pPr>
            <a:lvl8pPr>
              <a:defRPr sz="1191" b="0">
                <a:solidFill>
                  <a:srgbClr val="5D6B78"/>
                </a:solidFill>
                <a:latin typeface="Arial"/>
                <a:ea typeface="Arial"/>
                <a:cs typeface="Arial"/>
              </a:defRPr>
            </a:lvl8pPr>
            <a:lvl9pPr>
              <a:defRPr sz="1191" b="0">
                <a:solidFill>
                  <a:srgbClr val="5D6B78"/>
                </a:solidFill>
                <a:latin typeface="Arial"/>
                <a:ea typeface="Arial"/>
                <a:cs typeface="Arial"/>
              </a:defRPr>
            </a:lvl9pPr>
          </a:lstStyle>
          <a:p xmlns:a="http://schemas.openxmlformats.org/drawingml/2006/main">
            <a:pPr>
              <a:defRPr sz="1191" b="0">
                <a:solidFill>
                  <a:srgbClr val="5D6B78"/>
                </a:solidFill>
                <a:latin typeface="Arial"/>
                <a:ea typeface="Arial"/>
                <a:cs typeface="Arial"/>
              </a:defRPr>
            </a:pPr>
            <a:r>
              <a:rPr sz="1191" b="0">
                <a:solidFill>
                  <a:srgbClr val="5D6B78"/>
                </a:solidFill>
                <a:latin typeface="Arial"/>
                <a:ea typeface="Arial"/>
                <a:cs typeface="Arial"/>
              </a:rPr>
              <a:t>Conditional numerical fatigue assessment. Loading, S-N continuation and cycle-cutoff assumptions limit interpretation. No actual service-life prediction.</a:t>
            </a:r>
          </a:p>
        </p:txBody>
      </p:sp>
      <p:graphicFrame>
        <p:nvGraphicFramePr>
          <p:cNvPr id="37" name="Chart">
            <a:extLst xmlns:a="http://schemas.openxmlformats.org/drawingml/2006/main">
              <a:ext uri="{FF2B5EF4-FFF2-40B4-BE49-F238E27FC236}">
                <a16:creationId xmlns:a16="http://schemas.microsoft.com/office/drawing/2014/main" id="{40C3362B-52A8-4203-B284-D6FA5E8060BA}"/>
              </a:ext>
            </a:extLst>
          </p:cNvPr>
          <p:cNvGraphicFramePr/>
          <p:nvPr/>
        </p:nvGraphicFramePr>
        <p:xfrm>
          <a:off xmlns:a="http://schemas.openxmlformats.org/drawingml/2006/main" x="5166000" y="4645200"/>
          <a:ext xmlns:a="http://schemas.openxmlformats.org/drawingml/2006/main" cx="4746000" cy="2688000"/>
        </p:xfrm>
        <a:graphic xmlns:a="http://schemas.openxmlformats.org/drawingml/2006/main">
          <a:graphicData uri="http://schemas.openxmlformats.org/drawingml/2006/chart">
            <c:chart xmlns:r="http://schemas.openxmlformats.org/officeDocument/2006/relationships" xmlns:c="http://schemas.openxmlformats.org/drawingml/2006/chart" r:id="Rdbdacea688be403b"/>
          </a:graphicData>
        </a:graphic>
      </p:graphicFrame>
    </p:spTree>
    <p:extLst>
      <p:ext uri="{BB962C8B-B14F-4D97-AF65-F5344CB8AC3E}">
        <p14:creationId xmlns:p14="http://schemas.microsoft.com/office/powerpoint/2010/main" val="15939346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2026-10-27T03:38:10.2510000Z</dcterms:created>
  <dcterms:modified xsi:type="dcterms:W3CDTF">2026-10-27T03:38:10.2510000Z</dcterms:modified>
</coreProperties>
</file>